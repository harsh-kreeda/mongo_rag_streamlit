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433" r:id="rId2"/>
    <p:sldId id="321" r:id="rId3"/>
    <p:sldId id="494" r:id="rId4"/>
    <p:sldId id="495" r:id="rId5"/>
    <p:sldId id="496" r:id="rId6"/>
    <p:sldId id="497" r:id="rId7"/>
    <p:sldId id="498" r:id="rId8"/>
    <p:sldId id="499" r:id="rId9"/>
    <p:sldId id="500" r:id="rId10"/>
    <p:sldId id="501" r:id="rId11"/>
    <p:sldId id="502" r:id="rId12"/>
    <p:sldId id="503" r:id="rId13"/>
    <p:sldId id="504" r:id="rId14"/>
    <p:sldId id="474" r:id="rId15"/>
    <p:sldId id="475" r:id="rId16"/>
    <p:sldId id="476" r:id="rId17"/>
    <p:sldId id="491" r:id="rId18"/>
    <p:sldId id="492" r:id="rId19"/>
    <p:sldId id="49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9F8"/>
    <a:srgbClr val="E200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0" d="100"/>
          <a:sy n="60" d="100"/>
        </p:scale>
        <p:origin x="908"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9:03:19.464"/>
    </inkml:context>
    <inkml:brush xml:id="br0">
      <inkml:brushProperty name="width" value="0.35" units="cm"/>
      <inkml:brushProperty name="height" value="0.35" units="cm"/>
      <inkml:brushProperty name="color" value="#FFFFFF"/>
    </inkml:brush>
  </inkml:definitions>
  <inkml:trace contextRef="#ctx0" brushRef="#br0">0 260 24506,'2373'84'0,"-3004"-428"0,1262 688 0,-1285-46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9:03:23.752"/>
    </inkml:context>
    <inkml:brush xml:id="br0">
      <inkml:brushProperty name="width" value="0.35" units="cm"/>
      <inkml:brushProperty name="height" value="0.35" units="cm"/>
      <inkml:brushProperty name="color" value="#FFFFFF"/>
    </inkml:brush>
  </inkml:definitions>
  <inkml:trace contextRef="#ctx0" brushRef="#br0">0 0 24484,'3251'0'0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9:03:42.333"/>
    </inkml:context>
    <inkml:brush xml:id="br0">
      <inkml:brushProperty name="width" value="0.05" units="cm"/>
      <inkml:brushProperty name="height" value="0.05" units="cm"/>
      <inkml:brushProperty name="color" value="#FFFFFF"/>
    </inkml:brush>
  </inkml:definitions>
  <inkml:trace contextRef="#ctx0" brushRef="#br0">0 126 24513,'1749'0'0,"-1999"-125"0,500 250 0,-500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9:03:46.465"/>
    </inkml:context>
    <inkml:brush xml:id="br0">
      <inkml:brushProperty name="width" value="0.05" units="cm"/>
      <inkml:brushProperty name="height" value="0.05" units="cm"/>
      <inkml:brushProperty name="color" value="#FFFFFF"/>
    </inkml:brush>
  </inkml:definitions>
  <inkml:trace contextRef="#ctx0" brushRef="#br0">0 43 24575,'666'0'0,"-634"-2"0,1-1 0,53-13 0,-51 9 0,0 1 0,37-2 0,323 7 94,-181 3-1553,-196-2-5367</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9:03:49.397"/>
    </inkml:context>
    <inkml:brush xml:id="br0">
      <inkml:brushProperty name="width" value="0.05" units="cm"/>
      <inkml:brushProperty name="height" value="0.05" units="cm"/>
      <inkml:brushProperty name="color" value="#FFFFFF"/>
    </inkml:brush>
  </inkml:definitions>
  <inkml:trace contextRef="#ctx0" brushRef="#br0">1 42 24575,'835'0'0,"-808"-1"0,-1-2 0,0-1 0,30-8 0,-25 5 0,54-6 0,176 11 0,-148 3 0,-101-1-341,1 1 0,0 0-1,23 5 1,-9 3-6485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9:03:51.933"/>
    </inkml:context>
    <inkml:brush xml:id="br0">
      <inkml:brushProperty name="width" value="0.05" units="cm"/>
      <inkml:brushProperty name="height" value="0.05" units="cm"/>
      <inkml:brushProperty name="color" value="#FFFFFF"/>
    </inkml:brush>
  </inkml:definitions>
  <inkml:trace contextRef="#ctx0" brushRef="#br0">1 0 24575,'1775'0'0,"-1797"0"-1365,-5 0-5461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9:03:54.586"/>
    </inkml:context>
    <inkml:brush xml:id="br0">
      <inkml:brushProperty name="width" value="0.05" units="cm"/>
      <inkml:brushProperty name="height" value="0.05" units="cm"/>
      <inkml:brushProperty name="color" value="#FFFFFF"/>
    </inkml:brush>
  </inkml:definitions>
  <inkml:trace contextRef="#ctx0" brushRef="#br0">0 0 22186,'1583'0'0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9:07:38.878"/>
    </inkml:context>
    <inkml:brush xml:id="br0">
      <inkml:brushProperty name="width" value="0.05" units="cm"/>
      <inkml:brushProperty name="height" value="0.05" units="cm"/>
      <inkml:brushProperty name="color" value="#FFFFFF"/>
    </inkml:brush>
  </inkml:definitions>
  <inkml:trace contextRef="#ctx0" brushRef="#br0">1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9:07:44.129"/>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9:07:49.548"/>
    </inkml:context>
    <inkml:brush xml:id="br0">
      <inkml:brushProperty name="width" value="0.05" units="cm"/>
      <inkml:brushProperty name="height" value="0.05" units="cm"/>
      <inkml:brushProperty name="color" value="#FFFFFF"/>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155536-10F8-446C-A86C-911F522CF89B}" type="datetimeFigureOut">
              <a:rPr lang="en-IN" smtClean="0"/>
              <a:t>03-11-2025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26D343-F3DC-4024-BF63-0BF31EAEA610}" type="slidenum">
              <a:rPr lang="en-IN" smtClean="0"/>
              <a:t>‹#›</a:t>
            </a:fld>
            <a:endParaRPr lang="en-IN"/>
          </a:p>
        </p:txBody>
      </p:sp>
    </p:spTree>
    <p:extLst>
      <p:ext uri="{BB962C8B-B14F-4D97-AF65-F5344CB8AC3E}">
        <p14:creationId xmlns:p14="http://schemas.microsoft.com/office/powerpoint/2010/main" val="2241512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563BF6-57A4-CB45-98CD-58184DA5A57F}" type="slidenum">
              <a:rPr lang="en-US" smtClean="0"/>
              <a:t>2</a:t>
            </a:fld>
            <a:endParaRPr lang="en-US"/>
          </a:p>
        </p:txBody>
      </p:sp>
    </p:spTree>
    <p:extLst>
      <p:ext uri="{BB962C8B-B14F-4D97-AF65-F5344CB8AC3E}">
        <p14:creationId xmlns:p14="http://schemas.microsoft.com/office/powerpoint/2010/main" val="407604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4000" dirty="0">
              <a:latin typeface="Volte Play" pitchFamily="50" charset="0"/>
            </a:endParaRPr>
          </a:p>
        </p:txBody>
      </p:sp>
      <p:sp>
        <p:nvSpPr>
          <p:cNvPr id="4" name="Slide Number Placeholder 3"/>
          <p:cNvSpPr>
            <a:spLocks noGrp="1"/>
          </p:cNvSpPr>
          <p:nvPr>
            <p:ph type="sldNum" sz="quarter" idx="5"/>
          </p:nvPr>
        </p:nvSpPr>
        <p:spPr/>
        <p:txBody>
          <a:bodyPr/>
          <a:lstStyle/>
          <a:p>
            <a:fld id="{17563BF6-57A4-CB45-98CD-58184DA5A57F}" type="slidenum">
              <a:rPr lang="en-US" smtClean="0"/>
              <a:t>3</a:t>
            </a:fld>
            <a:endParaRPr lang="en-US"/>
          </a:p>
        </p:txBody>
      </p:sp>
    </p:spTree>
    <p:extLst>
      <p:ext uri="{BB962C8B-B14F-4D97-AF65-F5344CB8AC3E}">
        <p14:creationId xmlns:p14="http://schemas.microsoft.com/office/powerpoint/2010/main" val="28675143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C730E-6248-3D2C-417B-B79DFD615E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3EC693-D99E-6865-DA07-5BF95316DC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D1E326-4239-9DBB-20DD-954FD877A3A2}"/>
              </a:ext>
            </a:extLst>
          </p:cNvPr>
          <p:cNvSpPr>
            <a:spLocks noGrp="1"/>
          </p:cNvSpPr>
          <p:nvPr>
            <p:ph type="body" idx="1"/>
          </p:nvPr>
        </p:nvSpPr>
        <p:spPr/>
        <p:txBody>
          <a:bodyPr/>
          <a:lstStyle/>
          <a:p>
            <a:endParaRPr lang="en-IN" sz="4000" dirty="0">
              <a:latin typeface="Volte Play" pitchFamily="50" charset="0"/>
            </a:endParaRPr>
          </a:p>
        </p:txBody>
      </p:sp>
      <p:sp>
        <p:nvSpPr>
          <p:cNvPr id="4" name="Slide Number Placeholder 3">
            <a:extLst>
              <a:ext uri="{FF2B5EF4-FFF2-40B4-BE49-F238E27FC236}">
                <a16:creationId xmlns:a16="http://schemas.microsoft.com/office/drawing/2014/main" id="{420D079F-0EB3-2656-FBBC-882B053F1C8E}"/>
              </a:ext>
            </a:extLst>
          </p:cNvPr>
          <p:cNvSpPr>
            <a:spLocks noGrp="1"/>
          </p:cNvSpPr>
          <p:nvPr>
            <p:ph type="sldNum" sz="quarter" idx="5"/>
          </p:nvPr>
        </p:nvSpPr>
        <p:spPr/>
        <p:txBody>
          <a:bodyPr/>
          <a:lstStyle/>
          <a:p>
            <a:fld id="{17563BF6-57A4-CB45-98CD-58184DA5A57F}" type="slidenum">
              <a:rPr lang="en-US" smtClean="0"/>
              <a:t>4</a:t>
            </a:fld>
            <a:endParaRPr lang="en-US"/>
          </a:p>
        </p:txBody>
      </p:sp>
    </p:spTree>
    <p:extLst>
      <p:ext uri="{BB962C8B-B14F-4D97-AF65-F5344CB8AC3E}">
        <p14:creationId xmlns:p14="http://schemas.microsoft.com/office/powerpoint/2010/main" val="836652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1E6BF-9077-42B3-FA4D-CAD0ACD426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88C067-5275-3B33-C010-F4706D7B2C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CDFBF0-3B7F-8F88-C7E5-E5452E270AA1}"/>
              </a:ext>
            </a:extLst>
          </p:cNvPr>
          <p:cNvSpPr>
            <a:spLocks noGrp="1"/>
          </p:cNvSpPr>
          <p:nvPr>
            <p:ph type="body" idx="1"/>
          </p:nvPr>
        </p:nvSpPr>
        <p:spPr/>
        <p:txBody>
          <a:bodyPr/>
          <a:lstStyle/>
          <a:p>
            <a:endParaRPr lang="en-IN" sz="4000" dirty="0">
              <a:latin typeface="Volte Play" pitchFamily="50" charset="0"/>
            </a:endParaRPr>
          </a:p>
        </p:txBody>
      </p:sp>
      <p:sp>
        <p:nvSpPr>
          <p:cNvPr id="4" name="Slide Number Placeholder 3">
            <a:extLst>
              <a:ext uri="{FF2B5EF4-FFF2-40B4-BE49-F238E27FC236}">
                <a16:creationId xmlns:a16="http://schemas.microsoft.com/office/drawing/2014/main" id="{2946C2A4-8C49-56AB-CFED-515130D65D25}"/>
              </a:ext>
            </a:extLst>
          </p:cNvPr>
          <p:cNvSpPr>
            <a:spLocks noGrp="1"/>
          </p:cNvSpPr>
          <p:nvPr>
            <p:ph type="sldNum" sz="quarter" idx="5"/>
          </p:nvPr>
        </p:nvSpPr>
        <p:spPr/>
        <p:txBody>
          <a:bodyPr/>
          <a:lstStyle/>
          <a:p>
            <a:fld id="{17563BF6-57A4-CB45-98CD-58184DA5A57F}" type="slidenum">
              <a:rPr lang="en-US" smtClean="0"/>
              <a:t>5</a:t>
            </a:fld>
            <a:endParaRPr lang="en-US"/>
          </a:p>
        </p:txBody>
      </p:sp>
    </p:spTree>
    <p:extLst>
      <p:ext uri="{BB962C8B-B14F-4D97-AF65-F5344CB8AC3E}">
        <p14:creationId xmlns:p14="http://schemas.microsoft.com/office/powerpoint/2010/main" val="3684076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4D989-90FD-7D7A-1F92-39A07FD56A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90E485-6E05-BEC5-A6A4-AC3F917AD1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6B2728-0934-40DB-4D6C-7B5F7DAA2FCB}"/>
              </a:ext>
            </a:extLst>
          </p:cNvPr>
          <p:cNvSpPr>
            <a:spLocks noGrp="1"/>
          </p:cNvSpPr>
          <p:nvPr>
            <p:ph type="body" idx="1"/>
          </p:nvPr>
        </p:nvSpPr>
        <p:spPr/>
        <p:txBody>
          <a:bodyPr/>
          <a:lstStyle/>
          <a:p>
            <a:endParaRPr lang="en-IN" sz="4000" dirty="0">
              <a:latin typeface="Volte Play" pitchFamily="50" charset="0"/>
            </a:endParaRPr>
          </a:p>
        </p:txBody>
      </p:sp>
      <p:sp>
        <p:nvSpPr>
          <p:cNvPr id="4" name="Slide Number Placeholder 3">
            <a:extLst>
              <a:ext uri="{FF2B5EF4-FFF2-40B4-BE49-F238E27FC236}">
                <a16:creationId xmlns:a16="http://schemas.microsoft.com/office/drawing/2014/main" id="{76CC7D30-9C04-48B9-967E-5C47BC9F9826}"/>
              </a:ext>
            </a:extLst>
          </p:cNvPr>
          <p:cNvSpPr>
            <a:spLocks noGrp="1"/>
          </p:cNvSpPr>
          <p:nvPr>
            <p:ph type="sldNum" sz="quarter" idx="5"/>
          </p:nvPr>
        </p:nvSpPr>
        <p:spPr/>
        <p:txBody>
          <a:bodyPr/>
          <a:lstStyle/>
          <a:p>
            <a:fld id="{17563BF6-57A4-CB45-98CD-58184DA5A57F}" type="slidenum">
              <a:rPr lang="en-US" smtClean="0"/>
              <a:t>6</a:t>
            </a:fld>
            <a:endParaRPr lang="en-US"/>
          </a:p>
        </p:txBody>
      </p:sp>
    </p:spTree>
    <p:extLst>
      <p:ext uri="{BB962C8B-B14F-4D97-AF65-F5344CB8AC3E}">
        <p14:creationId xmlns:p14="http://schemas.microsoft.com/office/powerpoint/2010/main" val="1686450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1DE94-51F0-428D-1315-D0754C42D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542907-5BC3-7BA6-B5B8-D476F2F4DF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0088D6-F0DE-634C-1A18-F5665C6F1F67}"/>
              </a:ext>
            </a:extLst>
          </p:cNvPr>
          <p:cNvSpPr>
            <a:spLocks noGrp="1"/>
          </p:cNvSpPr>
          <p:nvPr>
            <p:ph type="body" idx="1"/>
          </p:nvPr>
        </p:nvSpPr>
        <p:spPr/>
        <p:txBody>
          <a:bodyPr/>
          <a:lstStyle/>
          <a:p>
            <a:endParaRPr lang="en-IN" sz="4000" dirty="0">
              <a:latin typeface="Volte Play" pitchFamily="50" charset="0"/>
            </a:endParaRPr>
          </a:p>
        </p:txBody>
      </p:sp>
      <p:sp>
        <p:nvSpPr>
          <p:cNvPr id="4" name="Slide Number Placeholder 3">
            <a:extLst>
              <a:ext uri="{FF2B5EF4-FFF2-40B4-BE49-F238E27FC236}">
                <a16:creationId xmlns:a16="http://schemas.microsoft.com/office/drawing/2014/main" id="{29984B8A-A5D4-5F24-9F53-AC27DA030F47}"/>
              </a:ext>
            </a:extLst>
          </p:cNvPr>
          <p:cNvSpPr>
            <a:spLocks noGrp="1"/>
          </p:cNvSpPr>
          <p:nvPr>
            <p:ph type="sldNum" sz="quarter" idx="5"/>
          </p:nvPr>
        </p:nvSpPr>
        <p:spPr/>
        <p:txBody>
          <a:bodyPr/>
          <a:lstStyle/>
          <a:p>
            <a:fld id="{17563BF6-57A4-CB45-98CD-58184DA5A57F}" type="slidenum">
              <a:rPr lang="en-US" smtClean="0"/>
              <a:t>7</a:t>
            </a:fld>
            <a:endParaRPr lang="en-US"/>
          </a:p>
        </p:txBody>
      </p:sp>
    </p:spTree>
    <p:extLst>
      <p:ext uri="{BB962C8B-B14F-4D97-AF65-F5344CB8AC3E}">
        <p14:creationId xmlns:p14="http://schemas.microsoft.com/office/powerpoint/2010/main" val="26297061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36ACB-83A6-5249-C39D-14BA0AB923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9B9173-1580-C391-E52D-92A3B7CD1E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6648D-4E93-8D1A-95FF-552990D6AA8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E0397E6-F06F-E1CC-C23D-40A5891EFF06}"/>
              </a:ext>
            </a:extLst>
          </p:cNvPr>
          <p:cNvSpPr>
            <a:spLocks noGrp="1"/>
          </p:cNvSpPr>
          <p:nvPr>
            <p:ph type="sldNum" sz="quarter" idx="5"/>
          </p:nvPr>
        </p:nvSpPr>
        <p:spPr/>
        <p:txBody>
          <a:bodyPr/>
          <a:lstStyle/>
          <a:p>
            <a:fld id="{17563BF6-57A4-CB45-98CD-58184DA5A57F}" type="slidenum">
              <a:rPr lang="en-US" smtClean="0"/>
              <a:t>8</a:t>
            </a:fld>
            <a:endParaRPr lang="en-US"/>
          </a:p>
        </p:txBody>
      </p:sp>
    </p:spTree>
    <p:extLst>
      <p:ext uri="{BB962C8B-B14F-4D97-AF65-F5344CB8AC3E}">
        <p14:creationId xmlns:p14="http://schemas.microsoft.com/office/powerpoint/2010/main" val="1790538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31105-B543-7574-3AEF-86EB727EF2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C03FD2-2570-EA48-2C28-18F518318A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27C8BC-E248-4D6A-8C47-471A0255F0C4}"/>
              </a:ext>
            </a:extLst>
          </p:cNvPr>
          <p:cNvSpPr>
            <a:spLocks noGrp="1"/>
          </p:cNvSpPr>
          <p:nvPr>
            <p:ph type="body" idx="1"/>
          </p:nvPr>
        </p:nvSpPr>
        <p:spPr/>
        <p:txBody>
          <a:bodyPr/>
          <a:lstStyle/>
          <a:p>
            <a:endParaRPr lang="en-IN" sz="4000" dirty="0">
              <a:latin typeface="Volte Play" pitchFamily="50" charset="0"/>
            </a:endParaRPr>
          </a:p>
        </p:txBody>
      </p:sp>
      <p:sp>
        <p:nvSpPr>
          <p:cNvPr id="4" name="Slide Number Placeholder 3">
            <a:extLst>
              <a:ext uri="{FF2B5EF4-FFF2-40B4-BE49-F238E27FC236}">
                <a16:creationId xmlns:a16="http://schemas.microsoft.com/office/drawing/2014/main" id="{1FB807EB-0DD2-FF65-4563-203B1414DFBC}"/>
              </a:ext>
            </a:extLst>
          </p:cNvPr>
          <p:cNvSpPr>
            <a:spLocks noGrp="1"/>
          </p:cNvSpPr>
          <p:nvPr>
            <p:ph type="sldNum" sz="quarter" idx="5"/>
          </p:nvPr>
        </p:nvSpPr>
        <p:spPr/>
        <p:txBody>
          <a:bodyPr/>
          <a:lstStyle/>
          <a:p>
            <a:fld id="{17563BF6-57A4-CB45-98CD-58184DA5A57F}" type="slidenum">
              <a:rPr lang="en-US" smtClean="0"/>
              <a:t>9</a:t>
            </a:fld>
            <a:endParaRPr lang="en-US"/>
          </a:p>
        </p:txBody>
      </p:sp>
    </p:spTree>
    <p:extLst>
      <p:ext uri="{BB962C8B-B14F-4D97-AF65-F5344CB8AC3E}">
        <p14:creationId xmlns:p14="http://schemas.microsoft.com/office/powerpoint/2010/main" val="7013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EFC82-86F7-4FAC-F2A7-4BF4320F87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09D803-DA77-8ACD-CF79-B37B4B7842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CCD54-490A-F6A5-039B-D9F9C99FD592}"/>
              </a:ext>
            </a:extLst>
          </p:cNvPr>
          <p:cNvSpPr>
            <a:spLocks noGrp="1"/>
          </p:cNvSpPr>
          <p:nvPr>
            <p:ph type="body" idx="1"/>
          </p:nvPr>
        </p:nvSpPr>
        <p:spPr/>
        <p:txBody>
          <a:bodyPr/>
          <a:lstStyle/>
          <a:p>
            <a:endParaRPr lang="en-IN" sz="4000" dirty="0">
              <a:latin typeface="Volte Play" pitchFamily="50" charset="0"/>
            </a:endParaRPr>
          </a:p>
        </p:txBody>
      </p:sp>
      <p:sp>
        <p:nvSpPr>
          <p:cNvPr id="4" name="Slide Number Placeholder 3">
            <a:extLst>
              <a:ext uri="{FF2B5EF4-FFF2-40B4-BE49-F238E27FC236}">
                <a16:creationId xmlns:a16="http://schemas.microsoft.com/office/drawing/2014/main" id="{1A0E312B-DA65-3FB6-CCC5-D5E06955A8E0}"/>
              </a:ext>
            </a:extLst>
          </p:cNvPr>
          <p:cNvSpPr>
            <a:spLocks noGrp="1"/>
          </p:cNvSpPr>
          <p:nvPr>
            <p:ph type="sldNum" sz="quarter" idx="5"/>
          </p:nvPr>
        </p:nvSpPr>
        <p:spPr/>
        <p:txBody>
          <a:bodyPr/>
          <a:lstStyle/>
          <a:p>
            <a:fld id="{17563BF6-57A4-CB45-98CD-58184DA5A57F}" type="slidenum">
              <a:rPr lang="en-US" smtClean="0"/>
              <a:t>10</a:t>
            </a:fld>
            <a:endParaRPr lang="en-US"/>
          </a:p>
        </p:txBody>
      </p:sp>
    </p:spTree>
    <p:extLst>
      <p:ext uri="{BB962C8B-B14F-4D97-AF65-F5344CB8AC3E}">
        <p14:creationId xmlns:p14="http://schemas.microsoft.com/office/powerpoint/2010/main" val="3289695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F632D-3E8A-408F-EDE9-7FAE7ECEDA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7359A-2CA2-0EDD-A672-DD1775FEBB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E609A3-3822-04C0-4E70-6962C0145CE1}"/>
              </a:ext>
            </a:extLst>
          </p:cNvPr>
          <p:cNvSpPr>
            <a:spLocks noGrp="1"/>
          </p:cNvSpPr>
          <p:nvPr>
            <p:ph type="body" idx="1"/>
          </p:nvPr>
        </p:nvSpPr>
        <p:spPr/>
        <p:txBody>
          <a:bodyPr/>
          <a:lstStyle/>
          <a:p>
            <a:endParaRPr lang="en-IN" sz="4000" dirty="0">
              <a:latin typeface="Volte Play" pitchFamily="50" charset="0"/>
            </a:endParaRPr>
          </a:p>
        </p:txBody>
      </p:sp>
      <p:sp>
        <p:nvSpPr>
          <p:cNvPr id="4" name="Slide Number Placeholder 3">
            <a:extLst>
              <a:ext uri="{FF2B5EF4-FFF2-40B4-BE49-F238E27FC236}">
                <a16:creationId xmlns:a16="http://schemas.microsoft.com/office/drawing/2014/main" id="{485506A5-36CF-2BC0-D845-41A5A01E026C}"/>
              </a:ext>
            </a:extLst>
          </p:cNvPr>
          <p:cNvSpPr>
            <a:spLocks noGrp="1"/>
          </p:cNvSpPr>
          <p:nvPr>
            <p:ph type="sldNum" sz="quarter" idx="5"/>
          </p:nvPr>
        </p:nvSpPr>
        <p:spPr/>
        <p:txBody>
          <a:bodyPr/>
          <a:lstStyle/>
          <a:p>
            <a:fld id="{17563BF6-57A4-CB45-98CD-58184DA5A57F}" type="slidenum">
              <a:rPr lang="en-US" smtClean="0"/>
              <a:t>11</a:t>
            </a:fld>
            <a:endParaRPr lang="en-US"/>
          </a:p>
        </p:txBody>
      </p:sp>
    </p:spTree>
    <p:extLst>
      <p:ext uri="{BB962C8B-B14F-4D97-AF65-F5344CB8AC3E}">
        <p14:creationId xmlns:p14="http://schemas.microsoft.com/office/powerpoint/2010/main" val="35628512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F15E1-4297-F933-C3C5-75962F2B5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B8F110-6DD5-4376-47D9-2C477253A1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8FC336-7976-96C9-601A-A3FE29AA26E7}"/>
              </a:ext>
            </a:extLst>
          </p:cNvPr>
          <p:cNvSpPr>
            <a:spLocks noGrp="1"/>
          </p:cNvSpPr>
          <p:nvPr>
            <p:ph type="body" idx="1"/>
          </p:nvPr>
        </p:nvSpPr>
        <p:spPr/>
        <p:txBody>
          <a:bodyPr/>
          <a:lstStyle/>
          <a:p>
            <a:endParaRPr lang="en-IN" sz="4000" dirty="0">
              <a:latin typeface="Volte Play" pitchFamily="50" charset="0"/>
            </a:endParaRPr>
          </a:p>
        </p:txBody>
      </p:sp>
      <p:sp>
        <p:nvSpPr>
          <p:cNvPr id="4" name="Slide Number Placeholder 3">
            <a:extLst>
              <a:ext uri="{FF2B5EF4-FFF2-40B4-BE49-F238E27FC236}">
                <a16:creationId xmlns:a16="http://schemas.microsoft.com/office/drawing/2014/main" id="{EE425445-3B81-3C32-A36C-FA648D2D37E1}"/>
              </a:ext>
            </a:extLst>
          </p:cNvPr>
          <p:cNvSpPr>
            <a:spLocks noGrp="1"/>
          </p:cNvSpPr>
          <p:nvPr>
            <p:ph type="sldNum" sz="quarter" idx="5"/>
          </p:nvPr>
        </p:nvSpPr>
        <p:spPr/>
        <p:txBody>
          <a:bodyPr/>
          <a:lstStyle/>
          <a:p>
            <a:fld id="{17563BF6-57A4-CB45-98CD-58184DA5A57F}" type="slidenum">
              <a:rPr lang="en-US" smtClean="0"/>
              <a:t>12</a:t>
            </a:fld>
            <a:endParaRPr lang="en-US"/>
          </a:p>
        </p:txBody>
      </p:sp>
    </p:spTree>
    <p:extLst>
      <p:ext uri="{BB962C8B-B14F-4D97-AF65-F5344CB8AC3E}">
        <p14:creationId xmlns:p14="http://schemas.microsoft.com/office/powerpoint/2010/main" val="1406930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BEDBE-91F7-E02F-DF12-6512E143B3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BFD4D-1EB2-83B7-049B-4C13457A07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60F294-099A-E1C6-40A6-A5E4827D9E6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A915AAA-A701-E31B-CE86-6BDA781FE8B7}"/>
              </a:ext>
            </a:extLst>
          </p:cNvPr>
          <p:cNvSpPr>
            <a:spLocks noGrp="1"/>
          </p:cNvSpPr>
          <p:nvPr>
            <p:ph type="sldNum" sz="quarter" idx="5"/>
          </p:nvPr>
        </p:nvSpPr>
        <p:spPr/>
        <p:txBody>
          <a:bodyPr/>
          <a:lstStyle/>
          <a:p>
            <a:fld id="{17563BF6-57A4-CB45-98CD-58184DA5A57F}" type="slidenum">
              <a:rPr lang="en-US" smtClean="0"/>
              <a:t>13</a:t>
            </a:fld>
            <a:endParaRPr lang="en-US"/>
          </a:p>
        </p:txBody>
      </p:sp>
    </p:spTree>
    <p:extLst>
      <p:ext uri="{BB962C8B-B14F-4D97-AF65-F5344CB8AC3E}">
        <p14:creationId xmlns:p14="http://schemas.microsoft.com/office/powerpoint/2010/main" val="1539117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7ACE7-CC7A-2E43-4A4D-8DA4431A6D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26F1EDF-CA44-D262-BA53-0A0AB339E5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33474CD-9E0A-8264-72FB-C848A6C0A56A}"/>
              </a:ext>
            </a:extLst>
          </p:cNvPr>
          <p:cNvSpPr>
            <a:spLocks noGrp="1"/>
          </p:cNvSpPr>
          <p:nvPr>
            <p:ph type="dt" sz="half" idx="10"/>
          </p:nvPr>
        </p:nvSpPr>
        <p:spPr/>
        <p:txBody>
          <a:bodyPr/>
          <a:lstStyle/>
          <a:p>
            <a:fld id="{1853744D-D8D3-4F70-AA0F-251A0B695658}" type="datetimeFigureOut">
              <a:rPr lang="en-IN" smtClean="0"/>
              <a:t>03-11-2025</a:t>
            </a:fld>
            <a:endParaRPr lang="en-IN"/>
          </a:p>
        </p:txBody>
      </p:sp>
      <p:sp>
        <p:nvSpPr>
          <p:cNvPr id="5" name="Footer Placeholder 4">
            <a:extLst>
              <a:ext uri="{FF2B5EF4-FFF2-40B4-BE49-F238E27FC236}">
                <a16:creationId xmlns:a16="http://schemas.microsoft.com/office/drawing/2014/main" id="{0EC4F92B-8066-79F9-96AB-2605E81319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8D2F19-3B5B-7E6A-3561-5A2598568DD6}"/>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2535448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8A3AA-DE9B-6EF1-EBEA-62C3716C2E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BCE828-56E3-B9E9-4A63-0A5DB21D93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5F2279-C03E-0BE6-0DB9-59C6D716972B}"/>
              </a:ext>
            </a:extLst>
          </p:cNvPr>
          <p:cNvSpPr>
            <a:spLocks noGrp="1"/>
          </p:cNvSpPr>
          <p:nvPr>
            <p:ph type="dt" sz="half" idx="10"/>
          </p:nvPr>
        </p:nvSpPr>
        <p:spPr/>
        <p:txBody>
          <a:bodyPr/>
          <a:lstStyle/>
          <a:p>
            <a:fld id="{1853744D-D8D3-4F70-AA0F-251A0B695658}" type="datetimeFigureOut">
              <a:rPr lang="en-IN" smtClean="0"/>
              <a:t>03-11-2025</a:t>
            </a:fld>
            <a:endParaRPr lang="en-IN"/>
          </a:p>
        </p:txBody>
      </p:sp>
      <p:sp>
        <p:nvSpPr>
          <p:cNvPr id="5" name="Footer Placeholder 4">
            <a:extLst>
              <a:ext uri="{FF2B5EF4-FFF2-40B4-BE49-F238E27FC236}">
                <a16:creationId xmlns:a16="http://schemas.microsoft.com/office/drawing/2014/main" id="{ABDC50A9-3172-4FE3-00BE-EEA4C0F84D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D58F0D-E7E1-0670-0C5E-6E693896A3BC}"/>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3102959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D9168-E0D7-10F4-A98F-0D4373CA62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5C4B11F-B400-FF45-7772-714E59E00E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EB931F-8AAF-2D9A-D884-2BAA1E049971}"/>
              </a:ext>
            </a:extLst>
          </p:cNvPr>
          <p:cNvSpPr>
            <a:spLocks noGrp="1"/>
          </p:cNvSpPr>
          <p:nvPr>
            <p:ph type="dt" sz="half" idx="10"/>
          </p:nvPr>
        </p:nvSpPr>
        <p:spPr/>
        <p:txBody>
          <a:bodyPr/>
          <a:lstStyle/>
          <a:p>
            <a:fld id="{1853744D-D8D3-4F70-AA0F-251A0B695658}" type="datetimeFigureOut">
              <a:rPr lang="en-IN" smtClean="0"/>
              <a:t>03-11-2025</a:t>
            </a:fld>
            <a:endParaRPr lang="en-IN"/>
          </a:p>
        </p:txBody>
      </p:sp>
      <p:sp>
        <p:nvSpPr>
          <p:cNvPr id="5" name="Footer Placeholder 4">
            <a:extLst>
              <a:ext uri="{FF2B5EF4-FFF2-40B4-BE49-F238E27FC236}">
                <a16:creationId xmlns:a16="http://schemas.microsoft.com/office/drawing/2014/main" id="{1403FC13-33CC-0150-28B6-0AF7F52F6F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71FF4F-39C1-8420-50E6-A3FBAEAAE567}"/>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3551443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1CBC6-D4CB-EE9F-FC7B-0C869F67D6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C7B91D1-BCAA-686F-8A62-F460BA2AD1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808B22-F175-4DDE-CD87-0F45225B88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6AA95F4-EDF3-2950-B2F0-D3C6CD690B01}"/>
              </a:ext>
            </a:extLst>
          </p:cNvPr>
          <p:cNvSpPr>
            <a:spLocks noGrp="1"/>
          </p:cNvSpPr>
          <p:nvPr>
            <p:ph type="dt" sz="half" idx="10"/>
          </p:nvPr>
        </p:nvSpPr>
        <p:spPr/>
        <p:txBody>
          <a:bodyPr/>
          <a:lstStyle/>
          <a:p>
            <a:fld id="{1853744D-D8D3-4F70-AA0F-251A0B695658}" type="datetimeFigureOut">
              <a:rPr lang="en-IN" smtClean="0"/>
              <a:t>03-11-2025</a:t>
            </a:fld>
            <a:endParaRPr lang="en-IN"/>
          </a:p>
        </p:txBody>
      </p:sp>
      <p:sp>
        <p:nvSpPr>
          <p:cNvPr id="6" name="Footer Placeholder 5">
            <a:extLst>
              <a:ext uri="{FF2B5EF4-FFF2-40B4-BE49-F238E27FC236}">
                <a16:creationId xmlns:a16="http://schemas.microsoft.com/office/drawing/2014/main" id="{CF29DD72-53AC-A6C6-D0C8-EE060DEA7F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8DC9BE-AF48-EF7C-BA99-D256052C5D5B}"/>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2279413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54816-7587-8E24-A9C4-82AF0399E1A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C2BB603-C7D9-766F-09DF-0BA2B7A482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4DA42D-A7C9-4577-62B8-71AB3653DC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05061E0-D344-A074-E5BC-28CCADD257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DAE14B-07B2-7EB8-6CA8-D5DDBBDFB3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6215A4-D900-29F5-1C23-046BBEEC612F}"/>
              </a:ext>
            </a:extLst>
          </p:cNvPr>
          <p:cNvSpPr>
            <a:spLocks noGrp="1"/>
          </p:cNvSpPr>
          <p:nvPr>
            <p:ph type="dt" sz="half" idx="10"/>
          </p:nvPr>
        </p:nvSpPr>
        <p:spPr/>
        <p:txBody>
          <a:bodyPr/>
          <a:lstStyle/>
          <a:p>
            <a:fld id="{1853744D-D8D3-4F70-AA0F-251A0B695658}" type="datetimeFigureOut">
              <a:rPr lang="en-IN" smtClean="0"/>
              <a:t>03-11-2025</a:t>
            </a:fld>
            <a:endParaRPr lang="en-IN"/>
          </a:p>
        </p:txBody>
      </p:sp>
      <p:sp>
        <p:nvSpPr>
          <p:cNvPr id="8" name="Footer Placeholder 7">
            <a:extLst>
              <a:ext uri="{FF2B5EF4-FFF2-40B4-BE49-F238E27FC236}">
                <a16:creationId xmlns:a16="http://schemas.microsoft.com/office/drawing/2014/main" id="{12A36DBB-E4CF-E5CC-E527-FEDD8113B93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1B99CDD-3842-5EB2-C7EE-D16CE1FFC25D}"/>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1068122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6B5EE-DED5-E8C5-139A-6189E123C8F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A1DE400-5CD4-5C93-1042-6EA30C89F832}"/>
              </a:ext>
            </a:extLst>
          </p:cNvPr>
          <p:cNvSpPr>
            <a:spLocks noGrp="1"/>
          </p:cNvSpPr>
          <p:nvPr>
            <p:ph type="dt" sz="half" idx="10"/>
          </p:nvPr>
        </p:nvSpPr>
        <p:spPr/>
        <p:txBody>
          <a:bodyPr/>
          <a:lstStyle/>
          <a:p>
            <a:fld id="{1853744D-D8D3-4F70-AA0F-251A0B695658}" type="datetimeFigureOut">
              <a:rPr lang="en-IN" smtClean="0"/>
              <a:t>03-11-2025</a:t>
            </a:fld>
            <a:endParaRPr lang="en-IN"/>
          </a:p>
        </p:txBody>
      </p:sp>
      <p:sp>
        <p:nvSpPr>
          <p:cNvPr id="4" name="Footer Placeholder 3">
            <a:extLst>
              <a:ext uri="{FF2B5EF4-FFF2-40B4-BE49-F238E27FC236}">
                <a16:creationId xmlns:a16="http://schemas.microsoft.com/office/drawing/2014/main" id="{961BC80A-76EA-C557-AD7F-9EF0E40E88D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87471C0-0E22-DE01-7A4A-624B007FB963}"/>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1082092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C860AA-C15F-6469-355F-F38A08436586}"/>
              </a:ext>
            </a:extLst>
          </p:cNvPr>
          <p:cNvSpPr>
            <a:spLocks noGrp="1"/>
          </p:cNvSpPr>
          <p:nvPr>
            <p:ph type="dt" sz="half" idx="10"/>
          </p:nvPr>
        </p:nvSpPr>
        <p:spPr/>
        <p:txBody>
          <a:bodyPr/>
          <a:lstStyle/>
          <a:p>
            <a:fld id="{1853744D-D8D3-4F70-AA0F-251A0B695658}" type="datetimeFigureOut">
              <a:rPr lang="en-IN" smtClean="0"/>
              <a:t>03-11-2025</a:t>
            </a:fld>
            <a:endParaRPr lang="en-IN"/>
          </a:p>
        </p:txBody>
      </p:sp>
      <p:sp>
        <p:nvSpPr>
          <p:cNvPr id="3" name="Footer Placeholder 2">
            <a:extLst>
              <a:ext uri="{FF2B5EF4-FFF2-40B4-BE49-F238E27FC236}">
                <a16:creationId xmlns:a16="http://schemas.microsoft.com/office/drawing/2014/main" id="{D78BDB66-1F08-FE10-67B8-BA2234A14B9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3F1B9F4-EA52-3E9A-CBC3-A08EC0B93194}"/>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244186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973F1-CB34-7EEF-FDD0-0676A4589C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D4856AF-0511-F0FA-981D-1745DBDEA5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B744591-90D4-F103-23C5-72C1E63396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D98B97-046F-5820-AA3E-CE17ABCFBCAB}"/>
              </a:ext>
            </a:extLst>
          </p:cNvPr>
          <p:cNvSpPr>
            <a:spLocks noGrp="1"/>
          </p:cNvSpPr>
          <p:nvPr>
            <p:ph type="dt" sz="half" idx="10"/>
          </p:nvPr>
        </p:nvSpPr>
        <p:spPr/>
        <p:txBody>
          <a:bodyPr/>
          <a:lstStyle/>
          <a:p>
            <a:fld id="{1853744D-D8D3-4F70-AA0F-251A0B695658}" type="datetimeFigureOut">
              <a:rPr lang="en-IN" smtClean="0"/>
              <a:t>03-11-2025</a:t>
            </a:fld>
            <a:endParaRPr lang="en-IN"/>
          </a:p>
        </p:txBody>
      </p:sp>
      <p:sp>
        <p:nvSpPr>
          <p:cNvPr id="6" name="Footer Placeholder 5">
            <a:extLst>
              <a:ext uri="{FF2B5EF4-FFF2-40B4-BE49-F238E27FC236}">
                <a16:creationId xmlns:a16="http://schemas.microsoft.com/office/drawing/2014/main" id="{CCCE7702-887B-AB9F-BADF-70D0EAB35F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BEDD73-AD4E-75A7-5A4F-4CBC8D3B72EC}"/>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2019242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6A67B-D11B-95AC-3635-51FA32EBB4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B0C3C44-2C7C-4126-794C-D57608AE99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526348E-90C4-C93E-43DF-DCE31764D5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250050-3E3C-06C0-3E05-F4086C12319D}"/>
              </a:ext>
            </a:extLst>
          </p:cNvPr>
          <p:cNvSpPr>
            <a:spLocks noGrp="1"/>
          </p:cNvSpPr>
          <p:nvPr>
            <p:ph type="dt" sz="half" idx="10"/>
          </p:nvPr>
        </p:nvSpPr>
        <p:spPr/>
        <p:txBody>
          <a:bodyPr/>
          <a:lstStyle/>
          <a:p>
            <a:fld id="{1853744D-D8D3-4F70-AA0F-251A0B695658}" type="datetimeFigureOut">
              <a:rPr lang="en-IN" smtClean="0"/>
              <a:t>03-11-2025</a:t>
            </a:fld>
            <a:endParaRPr lang="en-IN"/>
          </a:p>
        </p:txBody>
      </p:sp>
      <p:sp>
        <p:nvSpPr>
          <p:cNvPr id="6" name="Footer Placeholder 5">
            <a:extLst>
              <a:ext uri="{FF2B5EF4-FFF2-40B4-BE49-F238E27FC236}">
                <a16:creationId xmlns:a16="http://schemas.microsoft.com/office/drawing/2014/main" id="{1640572E-0068-53D6-4D05-6CD15199B0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6051C4-B060-2CF5-17CE-B159E8B2BE94}"/>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3571196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B18AB-3388-B87D-F6DA-DD30EFCD829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BFB7017-E9D9-C946-72A7-60620324D5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485123-717D-2BEB-0164-6D33A30B0C44}"/>
              </a:ext>
            </a:extLst>
          </p:cNvPr>
          <p:cNvSpPr>
            <a:spLocks noGrp="1"/>
          </p:cNvSpPr>
          <p:nvPr>
            <p:ph type="dt" sz="half" idx="10"/>
          </p:nvPr>
        </p:nvSpPr>
        <p:spPr/>
        <p:txBody>
          <a:bodyPr/>
          <a:lstStyle/>
          <a:p>
            <a:fld id="{1853744D-D8D3-4F70-AA0F-251A0B695658}" type="datetimeFigureOut">
              <a:rPr lang="en-IN" smtClean="0"/>
              <a:t>03-11-2025</a:t>
            </a:fld>
            <a:endParaRPr lang="en-IN"/>
          </a:p>
        </p:txBody>
      </p:sp>
      <p:sp>
        <p:nvSpPr>
          <p:cNvPr id="5" name="Footer Placeholder 4">
            <a:extLst>
              <a:ext uri="{FF2B5EF4-FFF2-40B4-BE49-F238E27FC236}">
                <a16:creationId xmlns:a16="http://schemas.microsoft.com/office/drawing/2014/main" id="{DEBCF351-D03E-C0F6-147D-DBC88C0AF3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9AC014-7227-73A3-A7B3-1BFFC724C178}"/>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2232147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895860-4339-19EE-EB0F-5FA53A97569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CB5261-0C9C-D66B-1F67-FEB9A7D9F1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223661-0968-7687-7036-A06950652D37}"/>
              </a:ext>
            </a:extLst>
          </p:cNvPr>
          <p:cNvSpPr>
            <a:spLocks noGrp="1"/>
          </p:cNvSpPr>
          <p:nvPr>
            <p:ph type="dt" sz="half" idx="10"/>
          </p:nvPr>
        </p:nvSpPr>
        <p:spPr/>
        <p:txBody>
          <a:bodyPr/>
          <a:lstStyle/>
          <a:p>
            <a:fld id="{1853744D-D8D3-4F70-AA0F-251A0B695658}" type="datetimeFigureOut">
              <a:rPr lang="en-IN" smtClean="0"/>
              <a:t>03-11-2025</a:t>
            </a:fld>
            <a:endParaRPr lang="en-IN"/>
          </a:p>
        </p:txBody>
      </p:sp>
      <p:sp>
        <p:nvSpPr>
          <p:cNvPr id="5" name="Footer Placeholder 4">
            <a:extLst>
              <a:ext uri="{FF2B5EF4-FFF2-40B4-BE49-F238E27FC236}">
                <a16:creationId xmlns:a16="http://schemas.microsoft.com/office/drawing/2014/main" id="{E47D56EC-65B3-A75A-F279-5E488A4FFF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E85822-B503-E5EF-0B40-4DDEB6D338D3}"/>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2053376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Header, Sub-header &amp; body copy WHITE">
    <p:spTree>
      <p:nvGrpSpPr>
        <p:cNvPr id="1" name="Shape 35"/>
        <p:cNvGrpSpPr/>
        <p:nvPr/>
      </p:nvGrpSpPr>
      <p:grpSpPr>
        <a:xfrm>
          <a:off x="0" y="0"/>
          <a:ext cx="0" cy="0"/>
          <a:chOff x="0" y="0"/>
          <a:chExt cx="0" cy="0"/>
        </a:xfrm>
      </p:grpSpPr>
      <p:sp>
        <p:nvSpPr>
          <p:cNvPr id="36" name="Shape 36"/>
          <p:cNvSpPr txBox="1">
            <a:spLocks noGrp="1"/>
          </p:cNvSpPr>
          <p:nvPr>
            <p:ph type="title"/>
          </p:nvPr>
        </p:nvSpPr>
        <p:spPr>
          <a:xfrm>
            <a:off x="378883" y="139824"/>
            <a:ext cx="11228799" cy="1143200"/>
          </a:xfrm>
          <a:prstGeom prst="rect">
            <a:avLst/>
          </a:prstGeom>
          <a:noFill/>
          <a:ln>
            <a:noFill/>
          </a:ln>
        </p:spPr>
        <p:txBody>
          <a:bodyPr/>
          <a:lstStyle>
            <a:lvl1pPr lvl="0" algn="l" rtl="0">
              <a:spcBef>
                <a:spcPts val="0"/>
              </a:spcBef>
              <a:buClr>
                <a:srgbClr val="CE0B10"/>
              </a:buClr>
              <a:buSzPct val="100000"/>
              <a:buFont typeface="Tahoma"/>
              <a:buNone/>
              <a:defRPr sz="4533" b="0" i="0">
                <a:gradFill>
                  <a:gsLst>
                    <a:gs pos="70000">
                      <a:srgbClr val="A72879"/>
                    </a:gs>
                    <a:gs pos="26000">
                      <a:srgbClr val="E3000F"/>
                    </a:gs>
                    <a:gs pos="0">
                      <a:srgbClr val="F08300"/>
                    </a:gs>
                    <a:gs pos="100000">
                      <a:srgbClr val="064497"/>
                    </a:gs>
                  </a:gsLst>
                  <a:lin ang="0" scaled="0"/>
                </a:gradFill>
                <a:latin typeface="Sky Text" charset="0"/>
                <a:ea typeface="Sky Text" charset="0"/>
                <a:cs typeface="Sky Text" charset="0"/>
                <a:sym typeface="Tahoma"/>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dirty="0"/>
          </a:p>
        </p:txBody>
      </p:sp>
      <p:sp>
        <p:nvSpPr>
          <p:cNvPr id="9" name="Shape 190"/>
          <p:cNvSpPr txBox="1">
            <a:spLocks noGrp="1"/>
          </p:cNvSpPr>
          <p:nvPr>
            <p:ph type="body" idx="3"/>
          </p:nvPr>
        </p:nvSpPr>
        <p:spPr>
          <a:xfrm>
            <a:off x="379200" y="1708801"/>
            <a:ext cx="11277600" cy="4042833"/>
          </a:xfrm>
        </p:spPr>
        <p:txBody>
          <a:bodyPr>
            <a:noAutofit/>
          </a:bodyPr>
          <a:lstStyle>
            <a:lvl1pPr>
              <a:defRPr sz="1600" b="0" i="0">
                <a:solidFill>
                  <a:schemeClr val="bg1">
                    <a:lumMod val="50000"/>
                  </a:schemeClr>
                </a:solidFill>
                <a:latin typeface="Sky Text" charset="0"/>
                <a:ea typeface="Sky Text" charset="0"/>
                <a:cs typeface="Sky Text" charset="0"/>
              </a:defRPr>
            </a:lvl1pPr>
          </a:lstStyle>
          <a:p>
            <a:endParaRPr lang="en-US" dirty="0"/>
          </a:p>
        </p:txBody>
      </p:sp>
      <p:sp>
        <p:nvSpPr>
          <p:cNvPr id="17" name="Shape 61"/>
          <p:cNvSpPr txBox="1">
            <a:spLocks noGrp="1"/>
          </p:cNvSpPr>
          <p:nvPr>
            <p:ph type="body" idx="2"/>
          </p:nvPr>
        </p:nvSpPr>
        <p:spPr>
          <a:xfrm>
            <a:off x="379200" y="1171201"/>
            <a:ext cx="8902000" cy="692399"/>
          </a:xfrm>
          <a:prstGeom prst="rect">
            <a:avLst/>
          </a:prstGeom>
          <a:noFill/>
          <a:ln>
            <a:noFill/>
          </a:ln>
        </p:spPr>
        <p:txBody>
          <a:bodyPr/>
          <a:lstStyle>
            <a:lvl1pPr marL="0" lvl="0" indent="0" rtl="0">
              <a:lnSpc>
                <a:spcPct val="125000"/>
              </a:lnSpc>
              <a:spcBef>
                <a:spcPts val="0"/>
              </a:spcBef>
              <a:buClr>
                <a:srgbClr val="FFFFFF"/>
              </a:buClr>
              <a:buSzPct val="100000"/>
              <a:buNone/>
              <a:defRPr sz="1867" b="0" i="0">
                <a:solidFill>
                  <a:srgbClr val="000000"/>
                </a:solidFill>
                <a:latin typeface="Sky Text" charset="0"/>
                <a:ea typeface="Sky Text" charset="0"/>
                <a:cs typeface="Sky Text" charset="0"/>
                <a:sym typeface="Tahoma"/>
              </a:defRPr>
            </a:lvl1pPr>
            <a:lvl2pPr marL="609585" lvl="1" indent="0" rtl="0">
              <a:lnSpc>
                <a:spcPct val="100000"/>
              </a:lnSpc>
              <a:spcBef>
                <a:spcPts val="0"/>
              </a:spcBef>
              <a:buClr>
                <a:srgbClr val="FFFFFF"/>
              </a:buClr>
              <a:buSzPct val="100000"/>
              <a:buNone/>
              <a:defRPr sz="2667" b="1">
                <a:solidFill>
                  <a:srgbClr val="FFFFFF"/>
                </a:solidFill>
                <a:latin typeface="Tahoma"/>
                <a:ea typeface="Tahoma"/>
                <a:cs typeface="Tahoma"/>
                <a:sym typeface="Tahoma"/>
              </a:defRPr>
            </a:lvl2pPr>
            <a:lvl3pPr marL="1219170" lvl="2" indent="0" rtl="0">
              <a:lnSpc>
                <a:spcPct val="114285"/>
              </a:lnSpc>
              <a:spcBef>
                <a:spcPts val="0"/>
              </a:spcBef>
              <a:buClr>
                <a:srgbClr val="FFFFFF"/>
              </a:buClr>
              <a:buSzPct val="100000"/>
              <a:buNone/>
              <a:defRPr sz="2667" b="1">
                <a:solidFill>
                  <a:srgbClr val="FFFFFF"/>
                </a:solidFill>
                <a:latin typeface="Tahoma"/>
                <a:ea typeface="Tahoma"/>
                <a:cs typeface="Tahoma"/>
                <a:sym typeface="Tahoma"/>
              </a:defRPr>
            </a:lvl3pPr>
            <a:lvl4pPr marL="1828754" lvl="3" indent="0" rtl="0">
              <a:lnSpc>
                <a:spcPct val="133333"/>
              </a:lnSpc>
              <a:spcBef>
                <a:spcPts val="0"/>
              </a:spcBef>
              <a:buClr>
                <a:srgbClr val="FFFFFF"/>
              </a:buClr>
              <a:buSzPct val="100000"/>
              <a:buNone/>
              <a:defRPr sz="2667" b="1">
                <a:solidFill>
                  <a:srgbClr val="FFFFFF"/>
                </a:solidFill>
                <a:latin typeface="Tahoma"/>
                <a:ea typeface="Tahoma"/>
                <a:cs typeface="Tahoma"/>
                <a:sym typeface="Tahoma"/>
              </a:defRPr>
            </a:lvl4pPr>
            <a:lvl5pPr marL="2438339" lvl="4" indent="0" rtl="0">
              <a:lnSpc>
                <a:spcPct val="133333"/>
              </a:lnSpc>
              <a:spcBef>
                <a:spcPts val="0"/>
              </a:spcBef>
              <a:buClr>
                <a:srgbClr val="FFFFFF"/>
              </a:buClr>
              <a:buSzPct val="100000"/>
              <a:buNone/>
              <a:defRPr sz="2667" b="1">
                <a:solidFill>
                  <a:srgbClr val="FFFFFF"/>
                </a:solidFill>
                <a:latin typeface="Tahoma"/>
                <a:ea typeface="Tahoma"/>
                <a:cs typeface="Tahoma"/>
                <a:sym typeface="Tahoma"/>
              </a:defRPr>
            </a:lvl5pPr>
            <a:lvl6pPr lvl="5" rtl="0">
              <a:spcBef>
                <a:spcPts val="0"/>
              </a:spcBef>
              <a:buClr>
                <a:srgbClr val="FFFFFF"/>
              </a:buClr>
              <a:buSzPct val="100000"/>
              <a:buFont typeface="Tahoma"/>
              <a:defRPr sz="2667" b="1">
                <a:solidFill>
                  <a:srgbClr val="FFFFFF"/>
                </a:solidFill>
                <a:latin typeface="Tahoma"/>
                <a:ea typeface="Tahoma"/>
                <a:cs typeface="Tahoma"/>
                <a:sym typeface="Tahoma"/>
              </a:defRPr>
            </a:lvl6pPr>
            <a:lvl7pPr lvl="6" rtl="0">
              <a:spcBef>
                <a:spcPts val="0"/>
              </a:spcBef>
              <a:buClr>
                <a:srgbClr val="FFFFFF"/>
              </a:buClr>
              <a:buSzPct val="100000"/>
              <a:buFont typeface="Tahoma"/>
              <a:defRPr sz="2667" b="1">
                <a:solidFill>
                  <a:srgbClr val="FFFFFF"/>
                </a:solidFill>
                <a:latin typeface="Tahoma"/>
                <a:ea typeface="Tahoma"/>
                <a:cs typeface="Tahoma"/>
                <a:sym typeface="Tahoma"/>
              </a:defRPr>
            </a:lvl7pPr>
            <a:lvl8pPr lvl="7" rtl="0">
              <a:spcBef>
                <a:spcPts val="0"/>
              </a:spcBef>
              <a:buClr>
                <a:srgbClr val="FFFFFF"/>
              </a:buClr>
              <a:buSzPct val="100000"/>
              <a:buFont typeface="Tahoma"/>
              <a:defRPr sz="2667" b="1">
                <a:solidFill>
                  <a:srgbClr val="FFFFFF"/>
                </a:solidFill>
                <a:latin typeface="Tahoma"/>
                <a:ea typeface="Tahoma"/>
                <a:cs typeface="Tahoma"/>
                <a:sym typeface="Tahoma"/>
              </a:defRPr>
            </a:lvl8pPr>
            <a:lvl9pPr lvl="8" rtl="0">
              <a:spcBef>
                <a:spcPts val="0"/>
              </a:spcBef>
              <a:buClr>
                <a:srgbClr val="FFFFFF"/>
              </a:buClr>
              <a:buSzPct val="100000"/>
              <a:buFont typeface="Tahoma"/>
              <a:defRPr sz="2667" b="1">
                <a:solidFill>
                  <a:srgbClr val="FFFFFF"/>
                </a:solidFill>
                <a:latin typeface="Tahoma"/>
                <a:ea typeface="Tahoma"/>
                <a:cs typeface="Tahoma"/>
                <a:sym typeface="Tahoma"/>
              </a:defRPr>
            </a:lvl9pPr>
          </a:lstStyle>
          <a:p>
            <a:endParaRPr dirty="0"/>
          </a:p>
        </p:txBody>
      </p:sp>
      <p:sp>
        <p:nvSpPr>
          <p:cNvPr id="20" name="Shape 45"/>
          <p:cNvSpPr txBox="1">
            <a:spLocks noGrp="1"/>
          </p:cNvSpPr>
          <p:nvPr>
            <p:ph type="sldNum" idx="10"/>
          </p:nvPr>
        </p:nvSpPr>
        <p:spPr>
          <a:xfrm>
            <a:off x="378883" y="6356351"/>
            <a:ext cx="2844800" cy="366183"/>
          </a:xfrm>
        </p:spPr>
        <p:txBody>
          <a:bodyPr/>
          <a:lstStyle>
            <a:lvl1pPr algn="l">
              <a:defRPr sz="1333" b="0" i="0" smtClean="0">
                <a:solidFill>
                  <a:schemeClr val="tx1"/>
                </a:solidFill>
                <a:latin typeface="Sky Text" charset="0"/>
                <a:ea typeface="Sky Text" charset="0"/>
                <a:cs typeface="Sky Text" charset="0"/>
              </a:defRPr>
            </a:lvl1pPr>
            <a:lvl2pPr lvl="1">
              <a:defRPr smtClean="0"/>
            </a:lvl2pPr>
            <a:lvl3pPr lvl="2">
              <a:defRPr smtClean="0"/>
            </a:lvl3pPr>
            <a:lvl4pPr lvl="3">
              <a:defRPr smtClean="0"/>
            </a:lvl4pPr>
            <a:lvl5pPr lvl="4">
              <a:defRPr smtClean="0"/>
            </a:lvl5pPr>
          </a:lstStyle>
          <a:p>
            <a:pPr>
              <a:defRPr/>
            </a:pPr>
            <a:fld id="{D3876D21-DC87-3F42-9AF0-FE122F184967}" type="slidenum">
              <a:rPr lang="en-US" altLang="en-US" smtClean="0"/>
              <a:pPr>
                <a:defRPr/>
              </a:pPr>
              <a:t>‹#›</a:t>
            </a:fld>
            <a:endParaRPr lang="en-US" altLang="en-US" dirty="0"/>
          </a:p>
        </p:txBody>
      </p:sp>
      <p:pic>
        <p:nvPicPr>
          <p:cNvPr id="7" name="Picture 6">
            <a:extLst>
              <a:ext uri="{FF2B5EF4-FFF2-40B4-BE49-F238E27FC236}">
                <a16:creationId xmlns:a16="http://schemas.microsoft.com/office/drawing/2014/main" id="{49416356-CE5E-43E0-B5AD-E01116253F42}"/>
              </a:ext>
            </a:extLst>
          </p:cNvPr>
          <p:cNvPicPr>
            <a:picLocks noChangeAspect="1"/>
          </p:cNvPicPr>
          <p:nvPr userDrawn="1"/>
        </p:nvPicPr>
        <p:blipFill>
          <a:blip r:embed="rId2"/>
          <a:stretch>
            <a:fillRect/>
          </a:stretch>
        </p:blipFill>
        <p:spPr>
          <a:xfrm>
            <a:off x="9281201" y="6290616"/>
            <a:ext cx="2481268" cy="291409"/>
          </a:xfrm>
          <a:prstGeom prst="rect">
            <a:avLst/>
          </a:prstGeom>
        </p:spPr>
      </p:pic>
    </p:spTree>
    <p:extLst>
      <p:ext uri="{BB962C8B-B14F-4D97-AF65-F5344CB8AC3E}">
        <p14:creationId xmlns:p14="http://schemas.microsoft.com/office/powerpoint/2010/main" val="168310665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0855" b="0" i="0">
                <a:solidFill>
                  <a:srgbClr val="5A3695"/>
                </a:solidFill>
                <a:latin typeface="VoltePlay-Medium"/>
                <a:cs typeface="VoltePlay-Medium"/>
              </a:defRPr>
            </a:lvl1pPr>
          </a:lstStyle>
          <a:p>
            <a:endParaRPr/>
          </a:p>
        </p:txBody>
      </p:sp>
      <p:sp>
        <p:nvSpPr>
          <p:cNvPr id="3" name="Holder 3"/>
          <p:cNvSpPr>
            <a:spLocks noGrp="1"/>
          </p:cNvSpPr>
          <p:nvPr>
            <p:ph sz="half" idx="2"/>
          </p:nvPr>
        </p:nvSpPr>
        <p:spPr>
          <a:xfrm>
            <a:off x="848925" y="2485335"/>
            <a:ext cx="5090141" cy="277127"/>
          </a:xfrm>
          <a:prstGeom prst="rect">
            <a:avLst/>
          </a:prstGeom>
        </p:spPr>
        <p:txBody>
          <a:bodyPr wrap="square" lIns="0" tIns="0" rIns="0" bIns="0">
            <a:spAutoFit/>
          </a:bodyPr>
          <a:lstStyle>
            <a:lvl1pPr>
              <a:defRPr sz="2001" b="1" i="0">
                <a:solidFill>
                  <a:srgbClr val="382A7E"/>
                </a:solidFill>
                <a:latin typeface="VoltePlay-Semibold"/>
                <a:cs typeface="VoltePlay-Semibold"/>
              </a:defRPr>
            </a:lvl1pPr>
          </a:lstStyle>
          <a:p>
            <a:endParaRPr/>
          </a:p>
        </p:txBody>
      </p:sp>
      <p:sp>
        <p:nvSpPr>
          <p:cNvPr id="4" name="Holder 4"/>
          <p:cNvSpPr>
            <a:spLocks noGrp="1"/>
          </p:cNvSpPr>
          <p:nvPr>
            <p:ph sz="half" idx="3"/>
          </p:nvPr>
        </p:nvSpPr>
        <p:spPr>
          <a:xfrm>
            <a:off x="6406809" y="2860713"/>
            <a:ext cx="5149830" cy="193194"/>
          </a:xfrm>
          <a:prstGeom prst="rect">
            <a:avLst/>
          </a:prstGeom>
        </p:spPr>
        <p:txBody>
          <a:bodyPr wrap="square" lIns="0" tIns="0" rIns="0" bIns="0">
            <a:spAutoFit/>
          </a:bodyPr>
          <a:lstStyle>
            <a:lvl1pPr>
              <a:defRPr sz="1395" b="1" i="0">
                <a:solidFill>
                  <a:srgbClr val="382A7E"/>
                </a:solidFill>
                <a:latin typeface="VoltePlay-Semibold"/>
                <a:cs typeface="VoltePlay-Semibold"/>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774658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1BA70C-74FA-53D1-7A09-B1E18709C4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8CC0B9-AFF2-20E2-0A5E-CC379F85E0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B55D97-1284-5C0E-6B48-39DDD713FA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53744D-D8D3-4F70-AA0F-251A0B695658}" type="datetimeFigureOut">
              <a:rPr lang="en-IN" smtClean="0"/>
              <a:t>03-11-2025</a:t>
            </a:fld>
            <a:endParaRPr lang="en-IN"/>
          </a:p>
        </p:txBody>
      </p:sp>
      <p:sp>
        <p:nvSpPr>
          <p:cNvPr id="5" name="Footer Placeholder 4">
            <a:extLst>
              <a:ext uri="{FF2B5EF4-FFF2-40B4-BE49-F238E27FC236}">
                <a16:creationId xmlns:a16="http://schemas.microsoft.com/office/drawing/2014/main" id="{D08AB008-70EA-F468-0A9D-EB7A95B872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95EE6F0-FF87-93C8-350F-E06BB8B1FE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5227EC-083E-4180-8DFD-1FF9FB39E98F}" type="slidenum">
              <a:rPr lang="en-IN" smtClean="0"/>
              <a:t>‹#›</a:t>
            </a:fld>
            <a:endParaRPr lang="en-IN"/>
          </a:p>
        </p:txBody>
      </p:sp>
    </p:spTree>
    <p:extLst>
      <p:ext uri="{BB962C8B-B14F-4D97-AF65-F5344CB8AC3E}">
        <p14:creationId xmlns:p14="http://schemas.microsoft.com/office/powerpoint/2010/main" val="6078335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customXml" Target="../ink/ink6.xml"/><Relationship Id="rId18" Type="http://schemas.openxmlformats.org/officeDocument/2006/relationships/image" Target="../media/image4.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35.png"/><Relationship Id="rId17" Type="http://schemas.openxmlformats.org/officeDocument/2006/relationships/image" Target="../media/image3.png"/><Relationship Id="rId2" Type="http://schemas.openxmlformats.org/officeDocument/2006/relationships/image" Target="../media/image18.png"/><Relationship Id="rId16" Type="http://schemas.openxmlformats.org/officeDocument/2006/relationships/image" Target="../media/image37.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34.png"/><Relationship Id="rId4" Type="http://schemas.openxmlformats.org/officeDocument/2006/relationships/image" Target="../media/image31.png"/><Relationship Id="rId9" Type="http://schemas.openxmlformats.org/officeDocument/2006/relationships/customXml" Target="../ink/ink4.xml"/><Relationship Id="rId1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customXml" Target="../ink/ink8.xml"/><Relationship Id="rId7"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 Id="rId6" Type="http://schemas.openxmlformats.org/officeDocument/2006/relationships/customXml" Target="../ink/ink10.xml"/><Relationship Id="rId5" Type="http://schemas.openxmlformats.org/officeDocument/2006/relationships/customXml" Target="../ink/ink9.xml"/><Relationship Id="rId4" Type="http://schemas.openxmlformats.org/officeDocument/2006/relationships/image" Target="../media/image41.png"/><Relationship Id="rId9"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7.png"/><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68692E7-01A4-4B4C-9F2E-4444DE26E42D}"/>
              </a:ext>
            </a:extLst>
          </p:cNvPr>
          <p:cNvSpPr txBox="1"/>
          <p:nvPr/>
        </p:nvSpPr>
        <p:spPr>
          <a:xfrm>
            <a:off x="3056071" y="2303340"/>
            <a:ext cx="8004574" cy="1872051"/>
          </a:xfrm>
          <a:prstGeom prst="rect">
            <a:avLst/>
          </a:prstGeom>
          <a:noFill/>
        </p:spPr>
        <p:txBody>
          <a:bodyPr wrap="square" rtlCol="0">
            <a:spAutoFit/>
          </a:bodyPr>
          <a:lstStyle/>
          <a:p>
            <a:r>
              <a:rPr lang="en-US" sz="3032" b="1" spc="-124" dirty="0">
                <a:solidFill>
                  <a:srgbClr val="DE198E"/>
                </a:solidFill>
                <a:latin typeface="Volte Play"/>
              </a:rPr>
              <a:t>Navigation Deck for 360 Review Process</a:t>
            </a:r>
          </a:p>
          <a:p>
            <a:endParaRPr lang="en-US" sz="5333" dirty="0">
              <a:gradFill>
                <a:gsLst>
                  <a:gs pos="70000">
                    <a:srgbClr val="A72879"/>
                  </a:gs>
                  <a:gs pos="26000">
                    <a:srgbClr val="E3000F"/>
                  </a:gs>
                  <a:gs pos="0">
                    <a:srgbClr val="F08300"/>
                  </a:gs>
                  <a:gs pos="100000">
                    <a:srgbClr val="064497"/>
                  </a:gs>
                </a:gsLst>
                <a:lin ang="0" scaled="0"/>
              </a:gradFill>
              <a:latin typeface="Sky Text" charset="0"/>
            </a:endParaRPr>
          </a:p>
          <a:p>
            <a:pPr algn="ctr"/>
            <a:endParaRPr lang="en-US" sz="3200" dirty="0">
              <a:gradFill>
                <a:gsLst>
                  <a:gs pos="70000">
                    <a:srgbClr val="A72879"/>
                  </a:gs>
                  <a:gs pos="26000">
                    <a:srgbClr val="E3000F"/>
                  </a:gs>
                  <a:gs pos="0">
                    <a:srgbClr val="F08300"/>
                  </a:gs>
                  <a:gs pos="100000">
                    <a:srgbClr val="064497"/>
                  </a:gs>
                </a:gsLst>
                <a:lin ang="0" scaled="0"/>
              </a:gradFill>
              <a:latin typeface="Sky Text"/>
            </a:endParaRPr>
          </a:p>
        </p:txBody>
      </p:sp>
      <p:sp>
        <p:nvSpPr>
          <p:cNvPr id="2" name="Slide Number Placeholder 1">
            <a:extLst>
              <a:ext uri="{FF2B5EF4-FFF2-40B4-BE49-F238E27FC236}">
                <a16:creationId xmlns:a16="http://schemas.microsoft.com/office/drawing/2014/main" id="{C19D7979-B9ED-4344-9DD4-C6BE61D09415}"/>
              </a:ext>
            </a:extLst>
          </p:cNvPr>
          <p:cNvSpPr>
            <a:spLocks noGrp="1"/>
          </p:cNvSpPr>
          <p:nvPr>
            <p:ph type="sldNum" idx="10"/>
          </p:nvPr>
        </p:nvSpPr>
        <p:spPr/>
        <p:txBody>
          <a:bodyPr/>
          <a:lstStyle/>
          <a:p>
            <a:pPr>
              <a:defRPr/>
            </a:pPr>
            <a:fld id="{D3876D21-DC87-3F42-9AF0-FE122F184967}" type="slidenum">
              <a:rPr lang="en-US" altLang="en-US" smtClean="0"/>
              <a:pPr>
                <a:defRPr/>
              </a:pPr>
              <a:t>1</a:t>
            </a:fld>
            <a:endParaRPr lang="en-US" altLang="en-US" dirty="0"/>
          </a:p>
        </p:txBody>
      </p:sp>
    </p:spTree>
    <p:extLst>
      <p:ext uri="{BB962C8B-B14F-4D97-AF65-F5344CB8AC3E}">
        <p14:creationId xmlns:p14="http://schemas.microsoft.com/office/powerpoint/2010/main" val="19065203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8" y="485067"/>
            <a:ext cx="12191144" cy="6372819"/>
          </a:xfrm>
          <a:custGeom>
            <a:avLst/>
            <a:gdLst/>
            <a:ahLst/>
            <a:cxnLst/>
            <a:rect l="l" t="t" r="r" b="b"/>
            <a:pathLst>
              <a:path w="20104100" h="10509250">
                <a:moveTo>
                  <a:pt x="0" y="10508643"/>
                </a:moveTo>
                <a:lnTo>
                  <a:pt x="20104099" y="10508643"/>
                </a:lnTo>
                <a:lnTo>
                  <a:pt x="20104099" y="0"/>
                </a:lnTo>
                <a:lnTo>
                  <a:pt x="0" y="0"/>
                </a:lnTo>
                <a:lnTo>
                  <a:pt x="0" y="10508643"/>
                </a:lnTo>
                <a:close/>
              </a:path>
            </a:pathLst>
          </a:custGeom>
          <a:solidFill>
            <a:srgbClr val="5A3695"/>
          </a:solidFill>
        </p:spPr>
        <p:txBody>
          <a:bodyPr wrap="square" lIns="0" tIns="0" rIns="0" bIns="0" rtlCol="0"/>
          <a:lstStyle/>
          <a:p>
            <a:endParaRPr sz="1092"/>
          </a:p>
        </p:txBody>
      </p:sp>
      <p:sp>
        <p:nvSpPr>
          <p:cNvPr id="3" name="object 3"/>
          <p:cNvSpPr txBox="1"/>
          <p:nvPr/>
        </p:nvSpPr>
        <p:spPr>
          <a:xfrm>
            <a:off x="305206" y="161024"/>
            <a:ext cx="1644226" cy="153888"/>
          </a:xfrm>
          <a:prstGeom prst="rect">
            <a:avLst/>
          </a:prstGeom>
        </p:spPr>
        <p:txBody>
          <a:bodyPr vert="horz" wrap="square" lIns="0" tIns="0" rIns="0" bIns="0" rtlCol="0">
            <a:spAutoFit/>
          </a:bodyPr>
          <a:lstStyle/>
          <a:p>
            <a:pPr>
              <a:lnSpc>
                <a:spcPts val="1213"/>
              </a:lnSpc>
              <a:tabLst>
                <a:tab pos="555647" algn="l"/>
              </a:tabLst>
            </a:pPr>
            <a:r>
              <a:rPr sz="1546" spc="-22" baseline="1633" dirty="0">
                <a:solidFill>
                  <a:srgbClr val="FFFFFF"/>
                </a:solidFill>
                <a:latin typeface="VoltePlay-Medium"/>
                <a:cs typeface="VoltePlay-Medium"/>
              </a:rPr>
              <a:t>0</a:t>
            </a:r>
            <a:r>
              <a:rPr sz="1546" spc="-59" baseline="1633" dirty="0">
                <a:solidFill>
                  <a:srgbClr val="FFFFFF"/>
                </a:solidFill>
                <a:latin typeface="VoltePlay-Medium"/>
                <a:cs typeface="VoltePlay-Medium"/>
              </a:rPr>
              <a:t>1</a:t>
            </a:r>
            <a:r>
              <a:rPr sz="1546" spc="9" baseline="1633" dirty="0">
                <a:solidFill>
                  <a:srgbClr val="FFFFFF"/>
                </a:solidFill>
                <a:latin typeface="VoltePlay-Medium"/>
                <a:cs typeface="VoltePlay-Medium"/>
              </a:rPr>
              <a:t>1</a:t>
            </a:r>
            <a:r>
              <a:rPr sz="1546" baseline="1633" dirty="0">
                <a:solidFill>
                  <a:srgbClr val="FFFFFF"/>
                </a:solidFill>
                <a:latin typeface="VoltePlay-Medium"/>
                <a:cs typeface="VoltePlay-Medium"/>
              </a:rPr>
              <a:t>	</a:t>
            </a:r>
            <a:r>
              <a:rPr sz="1092" spc="-27" dirty="0">
                <a:solidFill>
                  <a:srgbClr val="FFFFFF"/>
                </a:solidFill>
                <a:latin typeface="VoltePlay-Medium"/>
                <a:cs typeface="VoltePlay-Medium"/>
              </a:rPr>
              <a:t>P</a:t>
            </a:r>
            <a:r>
              <a:rPr sz="1092" spc="-33" dirty="0">
                <a:solidFill>
                  <a:srgbClr val="FFFFFF"/>
                </a:solidFill>
                <a:latin typeface="VoltePlay-Medium"/>
                <a:cs typeface="VoltePlay-Medium"/>
              </a:rPr>
              <a:t>r</a:t>
            </a:r>
            <a:r>
              <a:rPr sz="1092" spc="-12" dirty="0">
                <a:solidFill>
                  <a:srgbClr val="FFFFFF"/>
                </a:solidFill>
                <a:latin typeface="VoltePlay-Medium"/>
                <a:cs typeface="VoltePlay-Medium"/>
              </a:rPr>
              <a:t>e</a:t>
            </a:r>
            <a:r>
              <a:rPr sz="1092" spc="-15" dirty="0">
                <a:solidFill>
                  <a:srgbClr val="FFFFFF"/>
                </a:solidFill>
                <a:latin typeface="VoltePlay-Medium"/>
                <a:cs typeface="VoltePlay-Medium"/>
              </a:rPr>
              <a:t>s</a:t>
            </a:r>
            <a:r>
              <a:rPr sz="1092" spc="-12" dirty="0">
                <a:solidFill>
                  <a:srgbClr val="FFFFFF"/>
                </a:solidFill>
                <a:latin typeface="VoltePlay-Medium"/>
                <a:cs typeface="VoltePlay-Medium"/>
              </a:rPr>
              <a:t>e</a:t>
            </a:r>
            <a:r>
              <a:rPr sz="1092" spc="-27" dirty="0">
                <a:solidFill>
                  <a:srgbClr val="FFFFFF"/>
                </a:solidFill>
                <a:latin typeface="VoltePlay-Medium"/>
                <a:cs typeface="VoltePlay-Medium"/>
              </a:rPr>
              <a:t>n</a:t>
            </a:r>
            <a:r>
              <a:rPr sz="1092" spc="-33" dirty="0">
                <a:solidFill>
                  <a:srgbClr val="FFFFFF"/>
                </a:solidFill>
                <a:latin typeface="VoltePlay-Medium"/>
                <a:cs typeface="VoltePlay-Medium"/>
              </a:rPr>
              <a:t>t</a:t>
            </a:r>
            <a:r>
              <a:rPr sz="1092" spc="-18" dirty="0">
                <a:solidFill>
                  <a:srgbClr val="FFFFFF"/>
                </a:solidFill>
                <a:latin typeface="VoltePlay-Medium"/>
                <a:cs typeface="VoltePlay-Medium"/>
              </a:rPr>
              <a:t>a</a:t>
            </a:r>
            <a:r>
              <a:rPr sz="1092" spc="-15" dirty="0">
                <a:solidFill>
                  <a:srgbClr val="FFFFFF"/>
                </a:solidFill>
                <a:latin typeface="VoltePlay-Medium"/>
                <a:cs typeface="VoltePlay-Medium"/>
              </a:rPr>
              <a:t>t</a:t>
            </a:r>
            <a:r>
              <a:rPr sz="1092" spc="-21" dirty="0">
                <a:solidFill>
                  <a:srgbClr val="FFFFFF"/>
                </a:solidFill>
                <a:latin typeface="VoltePlay-Medium"/>
                <a:cs typeface="VoltePlay-Medium"/>
              </a:rPr>
              <a:t>i</a:t>
            </a:r>
            <a:r>
              <a:rPr sz="1092" spc="-15" dirty="0">
                <a:solidFill>
                  <a:srgbClr val="FFFFFF"/>
                </a:solidFill>
                <a:latin typeface="VoltePlay-Medium"/>
                <a:cs typeface="VoltePlay-Medium"/>
              </a:rPr>
              <a:t>o</a:t>
            </a:r>
            <a:r>
              <a:rPr sz="1092" spc="3" dirty="0">
                <a:solidFill>
                  <a:srgbClr val="FFFFFF"/>
                </a:solidFill>
                <a:latin typeface="VoltePlay-Medium"/>
                <a:cs typeface="VoltePlay-Medium"/>
              </a:rPr>
              <a:t>n</a:t>
            </a:r>
            <a:r>
              <a:rPr sz="1092" spc="-21" dirty="0">
                <a:solidFill>
                  <a:srgbClr val="FFFFFF"/>
                </a:solidFill>
                <a:latin typeface="VoltePlay-Medium"/>
                <a:cs typeface="VoltePlay-Medium"/>
              </a:rPr>
              <a:t> </a:t>
            </a:r>
            <a:r>
              <a:rPr sz="1092" spc="-15" dirty="0">
                <a:solidFill>
                  <a:srgbClr val="FFFFFF"/>
                </a:solidFill>
                <a:latin typeface="VoltePlay-Medium"/>
                <a:cs typeface="VoltePlay-Medium"/>
              </a:rPr>
              <a:t>t</a:t>
            </a:r>
            <a:r>
              <a:rPr sz="1092" spc="-24" dirty="0">
                <a:solidFill>
                  <a:srgbClr val="FFFFFF"/>
                </a:solidFill>
                <a:latin typeface="VoltePlay-Medium"/>
                <a:cs typeface="VoltePlay-Medium"/>
              </a:rPr>
              <a:t>i</a:t>
            </a:r>
            <a:r>
              <a:rPr sz="1092" spc="-18" dirty="0">
                <a:solidFill>
                  <a:srgbClr val="FFFFFF"/>
                </a:solidFill>
                <a:latin typeface="VoltePlay-Medium"/>
                <a:cs typeface="VoltePlay-Medium"/>
              </a:rPr>
              <a:t>tl</a:t>
            </a:r>
            <a:r>
              <a:rPr sz="1092" spc="3" dirty="0">
                <a:solidFill>
                  <a:srgbClr val="FFFFFF"/>
                </a:solidFill>
                <a:latin typeface="VoltePlay-Medium"/>
                <a:cs typeface="VoltePlay-Medium"/>
              </a:rPr>
              <a:t>e</a:t>
            </a:r>
            <a:endParaRPr sz="1092">
              <a:latin typeface="VoltePlay-Medium"/>
              <a:cs typeface="VoltePlay-Medium"/>
            </a:endParaRPr>
          </a:p>
        </p:txBody>
      </p:sp>
      <p:grpSp>
        <p:nvGrpSpPr>
          <p:cNvPr id="4" name="object 4"/>
          <p:cNvGrpSpPr/>
          <p:nvPr/>
        </p:nvGrpSpPr>
        <p:grpSpPr>
          <a:xfrm>
            <a:off x="428" y="0"/>
            <a:ext cx="12191144" cy="485181"/>
            <a:chOff x="0" y="0"/>
            <a:chExt cx="20104100" cy="800100"/>
          </a:xfrm>
        </p:grpSpPr>
        <p:pic>
          <p:nvPicPr>
            <p:cNvPr id="5" name="object 5"/>
            <p:cNvPicPr/>
            <p:nvPr/>
          </p:nvPicPr>
          <p:blipFill>
            <a:blip r:embed="rId3" cstate="print"/>
            <a:stretch>
              <a:fillRect/>
            </a:stretch>
          </p:blipFill>
          <p:spPr>
            <a:xfrm>
              <a:off x="17915695" y="300734"/>
              <a:ext cx="1685802" cy="198423"/>
            </a:xfrm>
            <a:prstGeom prst="rect">
              <a:avLst/>
            </a:prstGeom>
          </p:spPr>
        </p:pic>
        <p:sp>
          <p:nvSpPr>
            <p:cNvPr id="6" name="object 6"/>
            <p:cNvSpPr/>
            <p:nvPr/>
          </p:nvSpPr>
          <p:spPr>
            <a:xfrm>
              <a:off x="0" y="0"/>
              <a:ext cx="20104100" cy="800100"/>
            </a:xfrm>
            <a:custGeom>
              <a:avLst/>
              <a:gdLst/>
              <a:ahLst/>
              <a:cxnLst/>
              <a:rect l="l" t="t" r="r" b="b"/>
              <a:pathLst>
                <a:path w="20104100" h="800100">
                  <a:moveTo>
                    <a:pt x="20104099" y="0"/>
                  </a:moveTo>
                  <a:lnTo>
                    <a:pt x="0" y="0"/>
                  </a:lnTo>
                  <a:lnTo>
                    <a:pt x="0" y="799912"/>
                  </a:lnTo>
                  <a:lnTo>
                    <a:pt x="20104099" y="799912"/>
                  </a:lnTo>
                  <a:lnTo>
                    <a:pt x="20104099" y="0"/>
                  </a:lnTo>
                  <a:close/>
                </a:path>
              </a:pathLst>
            </a:custGeom>
            <a:solidFill>
              <a:srgbClr val="382A7E"/>
            </a:solidFill>
          </p:spPr>
          <p:txBody>
            <a:bodyPr wrap="square" lIns="0" tIns="0" rIns="0" bIns="0" rtlCol="0"/>
            <a:lstStyle/>
            <a:p>
              <a:endParaRPr sz="1092"/>
            </a:p>
          </p:txBody>
        </p:sp>
      </p:grpSp>
      <p:sp>
        <p:nvSpPr>
          <p:cNvPr id="9" name="object 9"/>
          <p:cNvSpPr txBox="1">
            <a:spLocks noGrp="1"/>
          </p:cNvSpPr>
          <p:nvPr>
            <p:ph type="title"/>
          </p:nvPr>
        </p:nvSpPr>
        <p:spPr>
          <a:xfrm>
            <a:off x="2565605" y="3019174"/>
            <a:ext cx="6720548" cy="502941"/>
          </a:xfrm>
          <a:prstGeom prst="rect">
            <a:avLst/>
          </a:prstGeom>
        </p:spPr>
        <p:txBody>
          <a:bodyPr vert="horz" wrap="square" lIns="0" tIns="10397" rIns="0" bIns="0" rtlCol="0" anchor="ctr">
            <a:spAutoFit/>
          </a:bodyPr>
          <a:lstStyle/>
          <a:p>
            <a:pPr marL="23489" algn="ctr">
              <a:lnSpc>
                <a:spcPct val="100000"/>
              </a:lnSpc>
              <a:spcBef>
                <a:spcPts val="82"/>
              </a:spcBef>
            </a:pPr>
            <a:r>
              <a:rPr lang="en-GB" sz="3200" b="1" spc="12" dirty="0">
                <a:solidFill>
                  <a:srgbClr val="FFFFFF"/>
                </a:solidFill>
              </a:rPr>
              <a:t>Employee Related Tasks</a:t>
            </a:r>
            <a:endParaRPr sz="3200" b="1" spc="12" dirty="0">
              <a:solidFill>
                <a:srgbClr val="FFFFFF"/>
              </a:solidFill>
            </a:endParaRPr>
          </a:p>
        </p:txBody>
      </p:sp>
      <p:grpSp>
        <p:nvGrpSpPr>
          <p:cNvPr id="10" name="object 10"/>
          <p:cNvGrpSpPr/>
          <p:nvPr/>
        </p:nvGrpSpPr>
        <p:grpSpPr>
          <a:xfrm>
            <a:off x="10864522" y="183931"/>
            <a:ext cx="1022346" cy="121680"/>
            <a:chOff x="17915695" y="303316"/>
            <a:chExt cx="1685925" cy="200660"/>
          </a:xfrm>
        </p:grpSpPr>
        <p:sp>
          <p:nvSpPr>
            <p:cNvPr id="11" name="object 11"/>
            <p:cNvSpPr/>
            <p:nvPr/>
          </p:nvSpPr>
          <p:spPr>
            <a:xfrm>
              <a:off x="17915687" y="303332"/>
              <a:ext cx="805815" cy="200660"/>
            </a:xfrm>
            <a:custGeom>
              <a:avLst/>
              <a:gdLst/>
              <a:ahLst/>
              <a:cxnLst/>
              <a:rect l="l" t="t" r="r" b="b"/>
              <a:pathLst>
                <a:path w="805815" h="200659">
                  <a:moveTo>
                    <a:pt x="193268" y="0"/>
                  </a:moveTo>
                  <a:lnTo>
                    <a:pt x="0" y="0"/>
                  </a:lnTo>
                  <a:lnTo>
                    <a:pt x="0" y="58420"/>
                  </a:lnTo>
                  <a:lnTo>
                    <a:pt x="57365" y="58420"/>
                  </a:lnTo>
                  <a:lnTo>
                    <a:pt x="57365" y="200660"/>
                  </a:lnTo>
                  <a:lnTo>
                    <a:pt x="137160" y="200660"/>
                  </a:lnTo>
                  <a:lnTo>
                    <a:pt x="137160" y="58420"/>
                  </a:lnTo>
                  <a:lnTo>
                    <a:pt x="193268" y="58420"/>
                  </a:lnTo>
                  <a:lnTo>
                    <a:pt x="193268" y="0"/>
                  </a:lnTo>
                  <a:close/>
                </a:path>
                <a:path w="805815" h="200659">
                  <a:moveTo>
                    <a:pt x="411492" y="200444"/>
                  </a:moveTo>
                  <a:lnTo>
                    <a:pt x="334810" y="0"/>
                  </a:lnTo>
                  <a:lnTo>
                    <a:pt x="250634" y="0"/>
                  </a:lnTo>
                  <a:lnTo>
                    <a:pt x="175818" y="200444"/>
                  </a:lnTo>
                  <a:lnTo>
                    <a:pt x="250634" y="200444"/>
                  </a:lnTo>
                  <a:lnTo>
                    <a:pt x="292100" y="81051"/>
                  </a:lnTo>
                  <a:lnTo>
                    <a:pt x="334810" y="200444"/>
                  </a:lnTo>
                  <a:lnTo>
                    <a:pt x="411492" y="200444"/>
                  </a:lnTo>
                  <a:close/>
                </a:path>
                <a:path w="805815" h="200659">
                  <a:moveTo>
                    <a:pt x="588238" y="0"/>
                  </a:moveTo>
                  <a:lnTo>
                    <a:pt x="394970" y="0"/>
                  </a:lnTo>
                  <a:lnTo>
                    <a:pt x="394970" y="58420"/>
                  </a:lnTo>
                  <a:lnTo>
                    <a:pt x="452018" y="58420"/>
                  </a:lnTo>
                  <a:lnTo>
                    <a:pt x="452018" y="200660"/>
                  </a:lnTo>
                  <a:lnTo>
                    <a:pt x="532130" y="200660"/>
                  </a:lnTo>
                  <a:lnTo>
                    <a:pt x="532130" y="58420"/>
                  </a:lnTo>
                  <a:lnTo>
                    <a:pt x="588238" y="58420"/>
                  </a:lnTo>
                  <a:lnTo>
                    <a:pt x="588238" y="0"/>
                  </a:lnTo>
                  <a:close/>
                </a:path>
                <a:path w="805815" h="200659">
                  <a:moveTo>
                    <a:pt x="805535" y="200444"/>
                  </a:moveTo>
                  <a:lnTo>
                    <a:pt x="728522" y="0"/>
                  </a:lnTo>
                  <a:lnTo>
                    <a:pt x="644359" y="0"/>
                  </a:lnTo>
                  <a:lnTo>
                    <a:pt x="569544" y="200444"/>
                  </a:lnTo>
                  <a:lnTo>
                    <a:pt x="644359" y="200444"/>
                  </a:lnTo>
                  <a:lnTo>
                    <a:pt x="686130" y="81051"/>
                  </a:lnTo>
                  <a:lnTo>
                    <a:pt x="728522" y="200444"/>
                  </a:lnTo>
                  <a:lnTo>
                    <a:pt x="805535" y="200444"/>
                  </a:lnTo>
                  <a:close/>
                </a:path>
              </a:pathLst>
            </a:custGeom>
            <a:solidFill>
              <a:srgbClr val="FFFFFF"/>
            </a:solidFill>
          </p:spPr>
          <p:txBody>
            <a:bodyPr wrap="square" lIns="0" tIns="0" rIns="0" bIns="0" rtlCol="0"/>
            <a:lstStyle/>
            <a:p>
              <a:endParaRPr sz="1092"/>
            </a:p>
          </p:txBody>
        </p:sp>
        <p:sp>
          <p:nvSpPr>
            <p:cNvPr id="12" name="object 12"/>
            <p:cNvSpPr/>
            <p:nvPr/>
          </p:nvSpPr>
          <p:spPr>
            <a:xfrm>
              <a:off x="19002833" y="303332"/>
              <a:ext cx="147320" cy="200660"/>
            </a:xfrm>
            <a:custGeom>
              <a:avLst/>
              <a:gdLst/>
              <a:ahLst/>
              <a:cxnLst/>
              <a:rect l="l" t="t" r="r" b="b"/>
              <a:pathLst>
                <a:path w="147319" h="200659">
                  <a:moveTo>
                    <a:pt x="147281" y="142240"/>
                  </a:moveTo>
                  <a:lnTo>
                    <a:pt x="70675" y="142240"/>
                  </a:lnTo>
                  <a:lnTo>
                    <a:pt x="70675" y="0"/>
                  </a:lnTo>
                  <a:lnTo>
                    <a:pt x="0" y="0"/>
                  </a:lnTo>
                  <a:lnTo>
                    <a:pt x="0" y="142240"/>
                  </a:lnTo>
                  <a:lnTo>
                    <a:pt x="0" y="200660"/>
                  </a:lnTo>
                  <a:lnTo>
                    <a:pt x="147281" y="200660"/>
                  </a:lnTo>
                  <a:lnTo>
                    <a:pt x="147281" y="142240"/>
                  </a:lnTo>
                  <a:close/>
                </a:path>
              </a:pathLst>
            </a:custGeom>
            <a:solidFill>
              <a:srgbClr val="ED0080"/>
            </a:solidFill>
          </p:spPr>
          <p:txBody>
            <a:bodyPr wrap="square" lIns="0" tIns="0" rIns="0" bIns="0" rtlCol="0"/>
            <a:lstStyle/>
            <a:p>
              <a:endParaRPr sz="1092"/>
            </a:p>
          </p:txBody>
        </p:sp>
        <p:pic>
          <p:nvPicPr>
            <p:cNvPr id="13" name="object 13"/>
            <p:cNvPicPr/>
            <p:nvPr/>
          </p:nvPicPr>
          <p:blipFill>
            <a:blip r:embed="rId4" cstate="email">
              <a:extLst>
                <a:ext uri="{28A0092B-C50C-407E-A947-70E740481C1C}">
                  <a14:useLocalDpi xmlns:a14="http://schemas.microsoft.com/office/drawing/2010/main"/>
                </a:ext>
              </a:extLst>
            </a:blip>
            <a:stretch>
              <a:fillRect/>
            </a:stretch>
          </p:blipFill>
          <p:spPr>
            <a:xfrm>
              <a:off x="18798201" y="303316"/>
              <a:ext cx="180088" cy="200454"/>
            </a:xfrm>
            <a:prstGeom prst="rect">
              <a:avLst/>
            </a:prstGeom>
          </p:spPr>
        </p:pic>
        <p:pic>
          <p:nvPicPr>
            <p:cNvPr id="14" name="object 14"/>
            <p:cNvPicPr/>
            <p:nvPr/>
          </p:nvPicPr>
          <p:blipFill>
            <a:blip r:embed="rId5" cstate="email">
              <a:extLst>
                <a:ext uri="{28A0092B-C50C-407E-A947-70E740481C1C}">
                  <a14:useLocalDpi xmlns:a14="http://schemas.microsoft.com/office/drawing/2010/main"/>
                </a:ext>
              </a:extLst>
            </a:blip>
            <a:stretch>
              <a:fillRect/>
            </a:stretch>
          </p:blipFill>
          <p:spPr>
            <a:xfrm>
              <a:off x="19171547" y="303321"/>
              <a:ext cx="429949" cy="200444"/>
            </a:xfrm>
            <a:prstGeom prst="rect">
              <a:avLst/>
            </a:prstGeom>
          </p:spPr>
        </p:pic>
      </p:grpSp>
    </p:spTree>
    <p:extLst>
      <p:ext uri="{BB962C8B-B14F-4D97-AF65-F5344CB8AC3E}">
        <p14:creationId xmlns:p14="http://schemas.microsoft.com/office/powerpoint/2010/main" val="2702278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8" y="42979"/>
            <a:ext cx="12191144" cy="485181"/>
          </a:xfrm>
          <a:custGeom>
            <a:avLst/>
            <a:gdLst/>
            <a:ahLst/>
            <a:cxnLst/>
            <a:rect l="l" t="t" r="r" b="b"/>
            <a:pathLst>
              <a:path w="20104100" h="800100">
                <a:moveTo>
                  <a:pt x="20104099" y="0"/>
                </a:moveTo>
                <a:lnTo>
                  <a:pt x="0" y="0"/>
                </a:lnTo>
                <a:lnTo>
                  <a:pt x="0" y="799912"/>
                </a:lnTo>
                <a:lnTo>
                  <a:pt x="20104099" y="799912"/>
                </a:lnTo>
                <a:lnTo>
                  <a:pt x="20104099" y="0"/>
                </a:lnTo>
                <a:close/>
              </a:path>
            </a:pathLst>
          </a:custGeom>
          <a:solidFill>
            <a:srgbClr val="382A7E"/>
          </a:solidFill>
        </p:spPr>
        <p:txBody>
          <a:bodyPr wrap="square" lIns="0" tIns="0" rIns="0" bIns="0" rtlCol="0"/>
          <a:lstStyle/>
          <a:p>
            <a:endParaRPr sz="1092"/>
          </a:p>
        </p:txBody>
      </p:sp>
      <p:sp>
        <p:nvSpPr>
          <p:cNvPr id="4" name="object 4"/>
          <p:cNvSpPr txBox="1">
            <a:spLocks noGrp="1"/>
          </p:cNvSpPr>
          <p:nvPr>
            <p:ph type="title"/>
          </p:nvPr>
        </p:nvSpPr>
        <p:spPr>
          <a:xfrm>
            <a:off x="-465500" y="533988"/>
            <a:ext cx="3604204" cy="582105"/>
          </a:xfrm>
          <a:prstGeom prst="rect">
            <a:avLst/>
          </a:prstGeom>
        </p:spPr>
        <p:txBody>
          <a:bodyPr vert="horz" wrap="square" lIns="0" tIns="8086" rIns="0" bIns="0" rtlCol="0" anchor="ctr">
            <a:spAutoFit/>
          </a:bodyPr>
          <a:lstStyle/>
          <a:p>
            <a:pPr marL="7701" algn="ctr">
              <a:lnSpc>
                <a:spcPts val="4897"/>
              </a:lnSpc>
              <a:spcBef>
                <a:spcPts val="64"/>
              </a:spcBef>
            </a:pPr>
            <a:r>
              <a:rPr lang="en-IN" sz="3032" spc="-124" dirty="0">
                <a:solidFill>
                  <a:srgbClr val="DE198E"/>
                </a:solidFill>
                <a:latin typeface="Volte Play"/>
                <a:ea typeface="+mn-ea"/>
              </a:rPr>
              <a:t>Self-Evaluation</a:t>
            </a:r>
          </a:p>
        </p:txBody>
      </p:sp>
      <p:grpSp>
        <p:nvGrpSpPr>
          <p:cNvPr id="9" name="object 9"/>
          <p:cNvGrpSpPr/>
          <p:nvPr/>
        </p:nvGrpSpPr>
        <p:grpSpPr>
          <a:xfrm>
            <a:off x="10864522" y="183931"/>
            <a:ext cx="1022346" cy="121680"/>
            <a:chOff x="17915695" y="303316"/>
            <a:chExt cx="1685925" cy="200660"/>
          </a:xfrm>
        </p:grpSpPr>
        <p:sp>
          <p:nvSpPr>
            <p:cNvPr id="10" name="object 10"/>
            <p:cNvSpPr/>
            <p:nvPr/>
          </p:nvSpPr>
          <p:spPr>
            <a:xfrm>
              <a:off x="17915687" y="303332"/>
              <a:ext cx="805815" cy="200660"/>
            </a:xfrm>
            <a:custGeom>
              <a:avLst/>
              <a:gdLst/>
              <a:ahLst/>
              <a:cxnLst/>
              <a:rect l="l" t="t" r="r" b="b"/>
              <a:pathLst>
                <a:path w="805815" h="200659">
                  <a:moveTo>
                    <a:pt x="193268" y="0"/>
                  </a:moveTo>
                  <a:lnTo>
                    <a:pt x="0" y="0"/>
                  </a:lnTo>
                  <a:lnTo>
                    <a:pt x="0" y="58420"/>
                  </a:lnTo>
                  <a:lnTo>
                    <a:pt x="57365" y="58420"/>
                  </a:lnTo>
                  <a:lnTo>
                    <a:pt x="57365" y="200660"/>
                  </a:lnTo>
                  <a:lnTo>
                    <a:pt x="137160" y="200660"/>
                  </a:lnTo>
                  <a:lnTo>
                    <a:pt x="137160" y="58420"/>
                  </a:lnTo>
                  <a:lnTo>
                    <a:pt x="193268" y="58420"/>
                  </a:lnTo>
                  <a:lnTo>
                    <a:pt x="193268" y="0"/>
                  </a:lnTo>
                  <a:close/>
                </a:path>
                <a:path w="805815" h="200659">
                  <a:moveTo>
                    <a:pt x="411492" y="200444"/>
                  </a:moveTo>
                  <a:lnTo>
                    <a:pt x="334810" y="0"/>
                  </a:lnTo>
                  <a:lnTo>
                    <a:pt x="250634" y="0"/>
                  </a:lnTo>
                  <a:lnTo>
                    <a:pt x="175818" y="200444"/>
                  </a:lnTo>
                  <a:lnTo>
                    <a:pt x="250634" y="200444"/>
                  </a:lnTo>
                  <a:lnTo>
                    <a:pt x="292100" y="81051"/>
                  </a:lnTo>
                  <a:lnTo>
                    <a:pt x="334810" y="200444"/>
                  </a:lnTo>
                  <a:lnTo>
                    <a:pt x="411492" y="200444"/>
                  </a:lnTo>
                  <a:close/>
                </a:path>
                <a:path w="805815" h="200659">
                  <a:moveTo>
                    <a:pt x="588238" y="0"/>
                  </a:moveTo>
                  <a:lnTo>
                    <a:pt x="394970" y="0"/>
                  </a:lnTo>
                  <a:lnTo>
                    <a:pt x="394970" y="58420"/>
                  </a:lnTo>
                  <a:lnTo>
                    <a:pt x="452018" y="58420"/>
                  </a:lnTo>
                  <a:lnTo>
                    <a:pt x="452018" y="200660"/>
                  </a:lnTo>
                  <a:lnTo>
                    <a:pt x="532130" y="200660"/>
                  </a:lnTo>
                  <a:lnTo>
                    <a:pt x="532130" y="58420"/>
                  </a:lnTo>
                  <a:lnTo>
                    <a:pt x="588238" y="58420"/>
                  </a:lnTo>
                  <a:lnTo>
                    <a:pt x="588238" y="0"/>
                  </a:lnTo>
                  <a:close/>
                </a:path>
                <a:path w="805815" h="200659">
                  <a:moveTo>
                    <a:pt x="805535" y="200444"/>
                  </a:moveTo>
                  <a:lnTo>
                    <a:pt x="728522" y="0"/>
                  </a:lnTo>
                  <a:lnTo>
                    <a:pt x="644359" y="0"/>
                  </a:lnTo>
                  <a:lnTo>
                    <a:pt x="569544" y="200444"/>
                  </a:lnTo>
                  <a:lnTo>
                    <a:pt x="644359" y="200444"/>
                  </a:lnTo>
                  <a:lnTo>
                    <a:pt x="686130" y="81051"/>
                  </a:lnTo>
                  <a:lnTo>
                    <a:pt x="728522" y="200444"/>
                  </a:lnTo>
                  <a:lnTo>
                    <a:pt x="805535" y="200444"/>
                  </a:lnTo>
                  <a:close/>
                </a:path>
              </a:pathLst>
            </a:custGeom>
            <a:solidFill>
              <a:srgbClr val="FFFFFF"/>
            </a:solidFill>
          </p:spPr>
          <p:txBody>
            <a:bodyPr wrap="square" lIns="0" tIns="0" rIns="0" bIns="0" rtlCol="0"/>
            <a:lstStyle/>
            <a:p>
              <a:endParaRPr sz="1092"/>
            </a:p>
          </p:txBody>
        </p:sp>
        <p:sp>
          <p:nvSpPr>
            <p:cNvPr id="11" name="object 11"/>
            <p:cNvSpPr/>
            <p:nvPr/>
          </p:nvSpPr>
          <p:spPr>
            <a:xfrm>
              <a:off x="19002833" y="303332"/>
              <a:ext cx="147320" cy="200660"/>
            </a:xfrm>
            <a:custGeom>
              <a:avLst/>
              <a:gdLst/>
              <a:ahLst/>
              <a:cxnLst/>
              <a:rect l="l" t="t" r="r" b="b"/>
              <a:pathLst>
                <a:path w="147319" h="200659">
                  <a:moveTo>
                    <a:pt x="147281" y="142240"/>
                  </a:moveTo>
                  <a:lnTo>
                    <a:pt x="70675" y="142240"/>
                  </a:lnTo>
                  <a:lnTo>
                    <a:pt x="70675" y="0"/>
                  </a:lnTo>
                  <a:lnTo>
                    <a:pt x="0" y="0"/>
                  </a:lnTo>
                  <a:lnTo>
                    <a:pt x="0" y="142240"/>
                  </a:lnTo>
                  <a:lnTo>
                    <a:pt x="0" y="200660"/>
                  </a:lnTo>
                  <a:lnTo>
                    <a:pt x="147281" y="200660"/>
                  </a:lnTo>
                  <a:lnTo>
                    <a:pt x="147281" y="142240"/>
                  </a:lnTo>
                  <a:close/>
                </a:path>
              </a:pathLst>
            </a:custGeom>
            <a:solidFill>
              <a:srgbClr val="ED0080"/>
            </a:solidFill>
          </p:spPr>
          <p:txBody>
            <a:bodyPr wrap="square" lIns="0" tIns="0" rIns="0" bIns="0" rtlCol="0"/>
            <a:lstStyle/>
            <a:p>
              <a:endParaRPr sz="1092"/>
            </a:p>
          </p:txBody>
        </p:sp>
        <p:pic>
          <p:nvPicPr>
            <p:cNvPr id="12" name="object 12"/>
            <p:cNvPicPr/>
            <p:nvPr/>
          </p:nvPicPr>
          <p:blipFill>
            <a:blip r:embed="rId3" cstate="email">
              <a:extLst>
                <a:ext uri="{28A0092B-C50C-407E-A947-70E740481C1C}">
                  <a14:useLocalDpi xmlns:a14="http://schemas.microsoft.com/office/drawing/2010/main"/>
                </a:ext>
              </a:extLst>
            </a:blip>
            <a:stretch>
              <a:fillRect/>
            </a:stretch>
          </p:blipFill>
          <p:spPr>
            <a:xfrm>
              <a:off x="18798201" y="303316"/>
              <a:ext cx="180088" cy="200454"/>
            </a:xfrm>
            <a:prstGeom prst="rect">
              <a:avLst/>
            </a:prstGeom>
          </p:spPr>
        </p:pic>
        <p:pic>
          <p:nvPicPr>
            <p:cNvPr id="13" name="object 13"/>
            <p:cNvPicPr/>
            <p:nvPr/>
          </p:nvPicPr>
          <p:blipFill>
            <a:blip r:embed="rId4" cstate="email">
              <a:extLst>
                <a:ext uri="{28A0092B-C50C-407E-A947-70E740481C1C}">
                  <a14:useLocalDpi xmlns:a14="http://schemas.microsoft.com/office/drawing/2010/main"/>
                </a:ext>
              </a:extLst>
            </a:blip>
            <a:stretch>
              <a:fillRect/>
            </a:stretch>
          </p:blipFill>
          <p:spPr>
            <a:xfrm>
              <a:off x="19171547" y="303321"/>
              <a:ext cx="429949" cy="200444"/>
            </a:xfrm>
            <a:prstGeom prst="rect">
              <a:avLst/>
            </a:prstGeom>
          </p:spPr>
        </p:pic>
      </p:grpSp>
      <p:sp>
        <p:nvSpPr>
          <p:cNvPr id="15" name="TextBox 14">
            <a:extLst>
              <a:ext uri="{FF2B5EF4-FFF2-40B4-BE49-F238E27FC236}">
                <a16:creationId xmlns:a16="http://schemas.microsoft.com/office/drawing/2014/main" id="{94088759-A4DB-49EB-9B20-30187D47C9ED}"/>
              </a:ext>
            </a:extLst>
          </p:cNvPr>
          <p:cNvSpPr txBox="1"/>
          <p:nvPr/>
        </p:nvSpPr>
        <p:spPr>
          <a:xfrm>
            <a:off x="146165" y="1821871"/>
            <a:ext cx="11783159" cy="3853554"/>
          </a:xfrm>
          <a:prstGeom prst="rect">
            <a:avLst/>
          </a:prstGeom>
          <a:ln/>
        </p:spPr>
        <p:style>
          <a:lnRef idx="2">
            <a:schemeClr val="accent5"/>
          </a:lnRef>
          <a:fillRef idx="1">
            <a:schemeClr val="lt1"/>
          </a:fillRef>
          <a:effectRef idx="0">
            <a:schemeClr val="accent5"/>
          </a:effectRef>
          <a:fontRef idx="minor">
            <a:schemeClr val="dk1"/>
          </a:fontRef>
        </p:style>
        <p:txBody>
          <a:bodyPr wrap="square" rtlCol="0">
            <a:noAutofit/>
          </a:bodyPr>
          <a:lstStyle/>
          <a:p>
            <a:endParaRPr lang="en-US" sz="2122" b="1" dirty="0">
              <a:latin typeface="Volte Play" pitchFamily="50" charset="0"/>
            </a:endParaRPr>
          </a:p>
        </p:txBody>
      </p:sp>
      <p:pic>
        <p:nvPicPr>
          <p:cNvPr id="5" name="Picture 4">
            <a:extLst>
              <a:ext uri="{FF2B5EF4-FFF2-40B4-BE49-F238E27FC236}">
                <a16:creationId xmlns:a16="http://schemas.microsoft.com/office/drawing/2014/main" id="{40A6B6CD-F42A-CE0C-6C24-0DE14FE89F26}"/>
              </a:ext>
            </a:extLst>
          </p:cNvPr>
          <p:cNvPicPr>
            <a:picLocks noChangeAspect="1"/>
          </p:cNvPicPr>
          <p:nvPr/>
        </p:nvPicPr>
        <p:blipFill>
          <a:blip r:embed="rId5"/>
          <a:stretch>
            <a:fillRect/>
          </a:stretch>
        </p:blipFill>
        <p:spPr>
          <a:xfrm>
            <a:off x="197772" y="2076796"/>
            <a:ext cx="5839972" cy="3295943"/>
          </a:xfrm>
          <a:prstGeom prst="rect">
            <a:avLst/>
          </a:prstGeom>
        </p:spPr>
      </p:pic>
      <p:pic>
        <p:nvPicPr>
          <p:cNvPr id="6" name="Picture 5">
            <a:extLst>
              <a:ext uri="{FF2B5EF4-FFF2-40B4-BE49-F238E27FC236}">
                <a16:creationId xmlns:a16="http://schemas.microsoft.com/office/drawing/2014/main" id="{185A2E97-1272-C1D0-C487-09CAACE6E713}"/>
              </a:ext>
            </a:extLst>
          </p:cNvPr>
          <p:cNvPicPr>
            <a:picLocks noChangeAspect="1"/>
          </p:cNvPicPr>
          <p:nvPr/>
        </p:nvPicPr>
        <p:blipFill>
          <a:blip r:embed="rId6"/>
          <a:stretch>
            <a:fillRect/>
          </a:stretch>
        </p:blipFill>
        <p:spPr>
          <a:xfrm>
            <a:off x="6209404" y="2100676"/>
            <a:ext cx="5434611" cy="3295943"/>
          </a:xfrm>
          <a:prstGeom prst="rect">
            <a:avLst/>
          </a:prstGeom>
        </p:spPr>
      </p:pic>
      <p:sp>
        <p:nvSpPr>
          <p:cNvPr id="7" name="Title 1">
            <a:extLst>
              <a:ext uri="{FF2B5EF4-FFF2-40B4-BE49-F238E27FC236}">
                <a16:creationId xmlns:a16="http://schemas.microsoft.com/office/drawing/2014/main" id="{1B06A8FA-B8C8-703F-3DCA-46956A76E636}"/>
              </a:ext>
            </a:extLst>
          </p:cNvPr>
          <p:cNvSpPr txBox="1">
            <a:spLocks/>
          </p:cNvSpPr>
          <p:nvPr/>
        </p:nvSpPr>
        <p:spPr>
          <a:xfrm>
            <a:off x="280080" y="1036554"/>
            <a:ext cx="11228799" cy="513319"/>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10855" b="0" i="0" kern="1200">
                <a:solidFill>
                  <a:srgbClr val="5A3695"/>
                </a:solidFill>
                <a:latin typeface="VoltePlay-Medium"/>
                <a:ea typeface="+mj-ea"/>
                <a:cs typeface="VoltePlay-Medium"/>
              </a:defRPr>
            </a:lvl1pPr>
          </a:lstStyle>
          <a:p>
            <a:r>
              <a:rPr lang="en-IN" sz="1800" b="1" dirty="0">
                <a:solidFill>
                  <a:schemeClr val="tx1"/>
                </a:solidFill>
              </a:rPr>
              <a:t>Step 1 : Login into the system and go to Me &gt; Career and Performance &gt; Performance</a:t>
            </a:r>
          </a:p>
        </p:txBody>
      </p:sp>
    </p:spTree>
    <p:extLst>
      <p:ext uri="{BB962C8B-B14F-4D97-AF65-F5344CB8AC3E}">
        <p14:creationId xmlns:p14="http://schemas.microsoft.com/office/powerpoint/2010/main" val="3720346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6D5C1-E9A4-1388-1C32-08C6EEB0B5F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267470C-CED2-27D6-E0B0-E7FE3F26D9D7}"/>
              </a:ext>
            </a:extLst>
          </p:cNvPr>
          <p:cNvSpPr/>
          <p:nvPr/>
        </p:nvSpPr>
        <p:spPr>
          <a:xfrm>
            <a:off x="428" y="42979"/>
            <a:ext cx="12191144" cy="485181"/>
          </a:xfrm>
          <a:custGeom>
            <a:avLst/>
            <a:gdLst/>
            <a:ahLst/>
            <a:cxnLst/>
            <a:rect l="l" t="t" r="r" b="b"/>
            <a:pathLst>
              <a:path w="20104100" h="800100">
                <a:moveTo>
                  <a:pt x="20104099" y="0"/>
                </a:moveTo>
                <a:lnTo>
                  <a:pt x="0" y="0"/>
                </a:lnTo>
                <a:lnTo>
                  <a:pt x="0" y="799912"/>
                </a:lnTo>
                <a:lnTo>
                  <a:pt x="20104099" y="799912"/>
                </a:lnTo>
                <a:lnTo>
                  <a:pt x="20104099" y="0"/>
                </a:lnTo>
                <a:close/>
              </a:path>
            </a:pathLst>
          </a:custGeom>
          <a:solidFill>
            <a:srgbClr val="382A7E"/>
          </a:solidFill>
        </p:spPr>
        <p:txBody>
          <a:bodyPr wrap="square" lIns="0" tIns="0" rIns="0" bIns="0" rtlCol="0"/>
          <a:lstStyle/>
          <a:p>
            <a:endParaRPr sz="1092"/>
          </a:p>
        </p:txBody>
      </p:sp>
      <p:sp>
        <p:nvSpPr>
          <p:cNvPr id="4" name="object 4">
            <a:extLst>
              <a:ext uri="{FF2B5EF4-FFF2-40B4-BE49-F238E27FC236}">
                <a16:creationId xmlns:a16="http://schemas.microsoft.com/office/drawing/2014/main" id="{3CADF411-C91C-8B6D-8B35-40FAF286C76C}"/>
              </a:ext>
            </a:extLst>
          </p:cNvPr>
          <p:cNvSpPr txBox="1">
            <a:spLocks noGrp="1"/>
          </p:cNvSpPr>
          <p:nvPr>
            <p:ph type="title"/>
          </p:nvPr>
        </p:nvSpPr>
        <p:spPr>
          <a:xfrm>
            <a:off x="294964" y="600999"/>
            <a:ext cx="3604204" cy="582105"/>
          </a:xfrm>
          <a:prstGeom prst="rect">
            <a:avLst/>
          </a:prstGeom>
        </p:spPr>
        <p:txBody>
          <a:bodyPr vert="horz" wrap="square" lIns="0" tIns="8086" rIns="0" bIns="0" rtlCol="0" anchor="ctr">
            <a:spAutoFit/>
          </a:bodyPr>
          <a:lstStyle/>
          <a:p>
            <a:pPr marL="7701">
              <a:lnSpc>
                <a:spcPts val="4897"/>
              </a:lnSpc>
              <a:spcBef>
                <a:spcPts val="64"/>
              </a:spcBef>
            </a:pPr>
            <a:r>
              <a:rPr lang="en-IN" sz="3032" spc="-124" dirty="0">
                <a:solidFill>
                  <a:srgbClr val="DE198E"/>
                </a:solidFill>
                <a:latin typeface="Volte Play"/>
                <a:ea typeface="+mn-ea"/>
              </a:rPr>
              <a:t>Self-Evaluation</a:t>
            </a:r>
          </a:p>
        </p:txBody>
      </p:sp>
      <p:grpSp>
        <p:nvGrpSpPr>
          <p:cNvPr id="9" name="object 9">
            <a:extLst>
              <a:ext uri="{FF2B5EF4-FFF2-40B4-BE49-F238E27FC236}">
                <a16:creationId xmlns:a16="http://schemas.microsoft.com/office/drawing/2014/main" id="{A715EDFD-6165-CC7A-736E-BFA854ACEFE3}"/>
              </a:ext>
            </a:extLst>
          </p:cNvPr>
          <p:cNvGrpSpPr/>
          <p:nvPr/>
        </p:nvGrpSpPr>
        <p:grpSpPr>
          <a:xfrm>
            <a:off x="10864522" y="183931"/>
            <a:ext cx="1022346" cy="121680"/>
            <a:chOff x="17915695" y="303316"/>
            <a:chExt cx="1685925" cy="200660"/>
          </a:xfrm>
        </p:grpSpPr>
        <p:sp>
          <p:nvSpPr>
            <p:cNvPr id="10" name="object 10">
              <a:extLst>
                <a:ext uri="{FF2B5EF4-FFF2-40B4-BE49-F238E27FC236}">
                  <a16:creationId xmlns:a16="http://schemas.microsoft.com/office/drawing/2014/main" id="{4E741019-FCF1-AA3A-08E2-909F16121D8A}"/>
                </a:ext>
              </a:extLst>
            </p:cNvPr>
            <p:cNvSpPr/>
            <p:nvPr/>
          </p:nvSpPr>
          <p:spPr>
            <a:xfrm>
              <a:off x="17915687" y="303332"/>
              <a:ext cx="805815" cy="200660"/>
            </a:xfrm>
            <a:custGeom>
              <a:avLst/>
              <a:gdLst/>
              <a:ahLst/>
              <a:cxnLst/>
              <a:rect l="l" t="t" r="r" b="b"/>
              <a:pathLst>
                <a:path w="805815" h="200659">
                  <a:moveTo>
                    <a:pt x="193268" y="0"/>
                  </a:moveTo>
                  <a:lnTo>
                    <a:pt x="0" y="0"/>
                  </a:lnTo>
                  <a:lnTo>
                    <a:pt x="0" y="58420"/>
                  </a:lnTo>
                  <a:lnTo>
                    <a:pt x="57365" y="58420"/>
                  </a:lnTo>
                  <a:lnTo>
                    <a:pt x="57365" y="200660"/>
                  </a:lnTo>
                  <a:lnTo>
                    <a:pt x="137160" y="200660"/>
                  </a:lnTo>
                  <a:lnTo>
                    <a:pt x="137160" y="58420"/>
                  </a:lnTo>
                  <a:lnTo>
                    <a:pt x="193268" y="58420"/>
                  </a:lnTo>
                  <a:lnTo>
                    <a:pt x="193268" y="0"/>
                  </a:lnTo>
                  <a:close/>
                </a:path>
                <a:path w="805815" h="200659">
                  <a:moveTo>
                    <a:pt x="411492" y="200444"/>
                  </a:moveTo>
                  <a:lnTo>
                    <a:pt x="334810" y="0"/>
                  </a:lnTo>
                  <a:lnTo>
                    <a:pt x="250634" y="0"/>
                  </a:lnTo>
                  <a:lnTo>
                    <a:pt x="175818" y="200444"/>
                  </a:lnTo>
                  <a:lnTo>
                    <a:pt x="250634" y="200444"/>
                  </a:lnTo>
                  <a:lnTo>
                    <a:pt x="292100" y="81051"/>
                  </a:lnTo>
                  <a:lnTo>
                    <a:pt x="334810" y="200444"/>
                  </a:lnTo>
                  <a:lnTo>
                    <a:pt x="411492" y="200444"/>
                  </a:lnTo>
                  <a:close/>
                </a:path>
                <a:path w="805815" h="200659">
                  <a:moveTo>
                    <a:pt x="588238" y="0"/>
                  </a:moveTo>
                  <a:lnTo>
                    <a:pt x="394970" y="0"/>
                  </a:lnTo>
                  <a:lnTo>
                    <a:pt x="394970" y="58420"/>
                  </a:lnTo>
                  <a:lnTo>
                    <a:pt x="452018" y="58420"/>
                  </a:lnTo>
                  <a:lnTo>
                    <a:pt x="452018" y="200660"/>
                  </a:lnTo>
                  <a:lnTo>
                    <a:pt x="532130" y="200660"/>
                  </a:lnTo>
                  <a:lnTo>
                    <a:pt x="532130" y="58420"/>
                  </a:lnTo>
                  <a:lnTo>
                    <a:pt x="588238" y="58420"/>
                  </a:lnTo>
                  <a:lnTo>
                    <a:pt x="588238" y="0"/>
                  </a:lnTo>
                  <a:close/>
                </a:path>
                <a:path w="805815" h="200659">
                  <a:moveTo>
                    <a:pt x="805535" y="200444"/>
                  </a:moveTo>
                  <a:lnTo>
                    <a:pt x="728522" y="0"/>
                  </a:lnTo>
                  <a:lnTo>
                    <a:pt x="644359" y="0"/>
                  </a:lnTo>
                  <a:lnTo>
                    <a:pt x="569544" y="200444"/>
                  </a:lnTo>
                  <a:lnTo>
                    <a:pt x="644359" y="200444"/>
                  </a:lnTo>
                  <a:lnTo>
                    <a:pt x="686130" y="81051"/>
                  </a:lnTo>
                  <a:lnTo>
                    <a:pt x="728522" y="200444"/>
                  </a:lnTo>
                  <a:lnTo>
                    <a:pt x="805535" y="200444"/>
                  </a:lnTo>
                  <a:close/>
                </a:path>
              </a:pathLst>
            </a:custGeom>
            <a:solidFill>
              <a:srgbClr val="FFFFFF"/>
            </a:solidFill>
          </p:spPr>
          <p:txBody>
            <a:bodyPr wrap="square" lIns="0" tIns="0" rIns="0" bIns="0" rtlCol="0"/>
            <a:lstStyle/>
            <a:p>
              <a:endParaRPr sz="1092"/>
            </a:p>
          </p:txBody>
        </p:sp>
        <p:sp>
          <p:nvSpPr>
            <p:cNvPr id="11" name="object 11">
              <a:extLst>
                <a:ext uri="{FF2B5EF4-FFF2-40B4-BE49-F238E27FC236}">
                  <a16:creationId xmlns:a16="http://schemas.microsoft.com/office/drawing/2014/main" id="{B058EAE8-388A-3DAA-467A-D8E233EBB2C0}"/>
                </a:ext>
              </a:extLst>
            </p:cNvPr>
            <p:cNvSpPr/>
            <p:nvPr/>
          </p:nvSpPr>
          <p:spPr>
            <a:xfrm>
              <a:off x="19002833" y="303332"/>
              <a:ext cx="147320" cy="200660"/>
            </a:xfrm>
            <a:custGeom>
              <a:avLst/>
              <a:gdLst/>
              <a:ahLst/>
              <a:cxnLst/>
              <a:rect l="l" t="t" r="r" b="b"/>
              <a:pathLst>
                <a:path w="147319" h="200659">
                  <a:moveTo>
                    <a:pt x="147281" y="142240"/>
                  </a:moveTo>
                  <a:lnTo>
                    <a:pt x="70675" y="142240"/>
                  </a:lnTo>
                  <a:lnTo>
                    <a:pt x="70675" y="0"/>
                  </a:lnTo>
                  <a:lnTo>
                    <a:pt x="0" y="0"/>
                  </a:lnTo>
                  <a:lnTo>
                    <a:pt x="0" y="142240"/>
                  </a:lnTo>
                  <a:lnTo>
                    <a:pt x="0" y="200660"/>
                  </a:lnTo>
                  <a:lnTo>
                    <a:pt x="147281" y="200660"/>
                  </a:lnTo>
                  <a:lnTo>
                    <a:pt x="147281" y="142240"/>
                  </a:lnTo>
                  <a:close/>
                </a:path>
              </a:pathLst>
            </a:custGeom>
            <a:solidFill>
              <a:srgbClr val="ED0080"/>
            </a:solidFill>
          </p:spPr>
          <p:txBody>
            <a:bodyPr wrap="square" lIns="0" tIns="0" rIns="0" bIns="0" rtlCol="0"/>
            <a:lstStyle/>
            <a:p>
              <a:endParaRPr sz="1092"/>
            </a:p>
          </p:txBody>
        </p:sp>
        <p:pic>
          <p:nvPicPr>
            <p:cNvPr id="12" name="object 12">
              <a:extLst>
                <a:ext uri="{FF2B5EF4-FFF2-40B4-BE49-F238E27FC236}">
                  <a16:creationId xmlns:a16="http://schemas.microsoft.com/office/drawing/2014/main" id="{BB910065-3E18-9855-D2C0-68466D6F84FD}"/>
                </a:ext>
              </a:extLst>
            </p:cNvPr>
            <p:cNvPicPr/>
            <p:nvPr/>
          </p:nvPicPr>
          <p:blipFill>
            <a:blip r:embed="rId3" cstate="email">
              <a:extLst>
                <a:ext uri="{28A0092B-C50C-407E-A947-70E740481C1C}">
                  <a14:useLocalDpi xmlns:a14="http://schemas.microsoft.com/office/drawing/2010/main"/>
                </a:ext>
              </a:extLst>
            </a:blip>
            <a:stretch>
              <a:fillRect/>
            </a:stretch>
          </p:blipFill>
          <p:spPr>
            <a:xfrm>
              <a:off x="18798201" y="303316"/>
              <a:ext cx="180088" cy="200454"/>
            </a:xfrm>
            <a:prstGeom prst="rect">
              <a:avLst/>
            </a:prstGeom>
          </p:spPr>
        </p:pic>
        <p:pic>
          <p:nvPicPr>
            <p:cNvPr id="13" name="object 13">
              <a:extLst>
                <a:ext uri="{FF2B5EF4-FFF2-40B4-BE49-F238E27FC236}">
                  <a16:creationId xmlns:a16="http://schemas.microsoft.com/office/drawing/2014/main" id="{CAE2FA0D-3E85-B077-BA8E-ECA598FC5797}"/>
                </a:ext>
              </a:extLst>
            </p:cNvPr>
            <p:cNvPicPr/>
            <p:nvPr/>
          </p:nvPicPr>
          <p:blipFill>
            <a:blip r:embed="rId4" cstate="email">
              <a:extLst>
                <a:ext uri="{28A0092B-C50C-407E-A947-70E740481C1C}">
                  <a14:useLocalDpi xmlns:a14="http://schemas.microsoft.com/office/drawing/2010/main"/>
                </a:ext>
              </a:extLst>
            </a:blip>
            <a:stretch>
              <a:fillRect/>
            </a:stretch>
          </p:blipFill>
          <p:spPr>
            <a:xfrm>
              <a:off x="19171547" y="303321"/>
              <a:ext cx="429949" cy="200444"/>
            </a:xfrm>
            <a:prstGeom prst="rect">
              <a:avLst/>
            </a:prstGeom>
          </p:spPr>
        </p:pic>
      </p:grpSp>
      <p:sp>
        <p:nvSpPr>
          <p:cNvPr id="15" name="TextBox 14">
            <a:extLst>
              <a:ext uri="{FF2B5EF4-FFF2-40B4-BE49-F238E27FC236}">
                <a16:creationId xmlns:a16="http://schemas.microsoft.com/office/drawing/2014/main" id="{5AC72A5B-B38C-D3A9-1D87-A01D3CFE8B38}"/>
              </a:ext>
            </a:extLst>
          </p:cNvPr>
          <p:cNvSpPr txBox="1"/>
          <p:nvPr/>
        </p:nvSpPr>
        <p:spPr>
          <a:xfrm>
            <a:off x="294965" y="1771037"/>
            <a:ext cx="8923464" cy="3789791"/>
          </a:xfrm>
          <a:prstGeom prst="rect">
            <a:avLst/>
          </a:prstGeom>
          <a:ln/>
        </p:spPr>
        <p:style>
          <a:lnRef idx="2">
            <a:schemeClr val="accent5"/>
          </a:lnRef>
          <a:fillRef idx="1">
            <a:schemeClr val="lt1"/>
          </a:fillRef>
          <a:effectRef idx="0">
            <a:schemeClr val="accent5"/>
          </a:effectRef>
          <a:fontRef idx="minor">
            <a:schemeClr val="dk1"/>
          </a:fontRef>
        </p:style>
        <p:txBody>
          <a:bodyPr wrap="square" rtlCol="0">
            <a:noAutofit/>
          </a:bodyPr>
          <a:lstStyle/>
          <a:p>
            <a:endParaRPr lang="en-US" sz="2122" b="1" dirty="0">
              <a:latin typeface="Volte Play" pitchFamily="50" charset="0"/>
            </a:endParaRPr>
          </a:p>
        </p:txBody>
      </p:sp>
      <p:sp>
        <p:nvSpPr>
          <p:cNvPr id="7" name="Title 1">
            <a:extLst>
              <a:ext uri="{FF2B5EF4-FFF2-40B4-BE49-F238E27FC236}">
                <a16:creationId xmlns:a16="http://schemas.microsoft.com/office/drawing/2014/main" id="{7BEF7DDE-C92A-8A89-83D3-8A9C705B507E}"/>
              </a:ext>
            </a:extLst>
          </p:cNvPr>
          <p:cNvSpPr txBox="1">
            <a:spLocks/>
          </p:cNvSpPr>
          <p:nvPr/>
        </p:nvSpPr>
        <p:spPr>
          <a:xfrm>
            <a:off x="294964" y="1116093"/>
            <a:ext cx="11228799" cy="513319"/>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10855" b="0" i="0" kern="1200">
                <a:solidFill>
                  <a:srgbClr val="5A3695"/>
                </a:solidFill>
                <a:latin typeface="VoltePlay-Medium"/>
                <a:ea typeface="+mj-ea"/>
                <a:cs typeface="VoltePlay-Medium"/>
              </a:defRPr>
            </a:lvl1pPr>
          </a:lstStyle>
          <a:p>
            <a:endParaRPr lang="en-IN" sz="1800" b="1" dirty="0">
              <a:solidFill>
                <a:schemeClr val="tx1"/>
              </a:solidFill>
            </a:endParaRPr>
          </a:p>
          <a:p>
            <a:r>
              <a:rPr lang="en-IN" sz="1800" b="1" dirty="0">
                <a:solidFill>
                  <a:schemeClr val="tx1"/>
                </a:solidFill>
              </a:rPr>
              <a:t>Step 2 : Click on the 360 Evaluation document </a:t>
            </a:r>
          </a:p>
          <a:p>
            <a:endParaRPr lang="en-IN" sz="1800" b="1" dirty="0">
              <a:solidFill>
                <a:schemeClr val="tx1"/>
              </a:solidFill>
            </a:endParaRPr>
          </a:p>
        </p:txBody>
      </p:sp>
      <p:pic>
        <p:nvPicPr>
          <p:cNvPr id="3" name="Picture 2">
            <a:extLst>
              <a:ext uri="{FF2B5EF4-FFF2-40B4-BE49-F238E27FC236}">
                <a16:creationId xmlns:a16="http://schemas.microsoft.com/office/drawing/2014/main" id="{443FA239-DADB-36BD-0050-34E23073F75C}"/>
              </a:ext>
            </a:extLst>
          </p:cNvPr>
          <p:cNvPicPr>
            <a:picLocks noChangeAspect="1"/>
          </p:cNvPicPr>
          <p:nvPr/>
        </p:nvPicPr>
        <p:blipFill>
          <a:blip r:embed="rId5"/>
          <a:stretch>
            <a:fillRect/>
          </a:stretch>
        </p:blipFill>
        <p:spPr>
          <a:xfrm>
            <a:off x="436168" y="1916188"/>
            <a:ext cx="8155614" cy="3437692"/>
          </a:xfrm>
          <a:prstGeom prst="rect">
            <a:avLst/>
          </a:prstGeom>
        </p:spPr>
      </p:pic>
    </p:spTree>
    <p:extLst>
      <p:ext uri="{BB962C8B-B14F-4D97-AF65-F5344CB8AC3E}">
        <p14:creationId xmlns:p14="http://schemas.microsoft.com/office/powerpoint/2010/main" val="635231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2FDC3-0847-BECF-2208-0D2EE0D7B2D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A161B6E-B06C-2A7F-D353-D19B60AEBB70}"/>
              </a:ext>
            </a:extLst>
          </p:cNvPr>
          <p:cNvSpPr/>
          <p:nvPr/>
        </p:nvSpPr>
        <p:spPr>
          <a:xfrm>
            <a:off x="428" y="42979"/>
            <a:ext cx="12191144" cy="485181"/>
          </a:xfrm>
          <a:custGeom>
            <a:avLst/>
            <a:gdLst/>
            <a:ahLst/>
            <a:cxnLst/>
            <a:rect l="l" t="t" r="r" b="b"/>
            <a:pathLst>
              <a:path w="20104100" h="800100">
                <a:moveTo>
                  <a:pt x="20104099" y="0"/>
                </a:moveTo>
                <a:lnTo>
                  <a:pt x="0" y="0"/>
                </a:lnTo>
                <a:lnTo>
                  <a:pt x="0" y="799912"/>
                </a:lnTo>
                <a:lnTo>
                  <a:pt x="20104099" y="799912"/>
                </a:lnTo>
                <a:lnTo>
                  <a:pt x="20104099" y="0"/>
                </a:lnTo>
                <a:close/>
              </a:path>
            </a:pathLst>
          </a:custGeom>
          <a:solidFill>
            <a:srgbClr val="382A7E"/>
          </a:solidFill>
        </p:spPr>
        <p:txBody>
          <a:bodyPr wrap="square" lIns="0" tIns="0" rIns="0" bIns="0" rtlCol="0"/>
          <a:lstStyle/>
          <a:p>
            <a:endParaRPr sz="1092"/>
          </a:p>
        </p:txBody>
      </p:sp>
      <p:sp>
        <p:nvSpPr>
          <p:cNvPr id="4" name="object 4">
            <a:extLst>
              <a:ext uri="{FF2B5EF4-FFF2-40B4-BE49-F238E27FC236}">
                <a16:creationId xmlns:a16="http://schemas.microsoft.com/office/drawing/2014/main" id="{47B259EB-A59D-0D7D-76CB-7D4F860A6BC4}"/>
              </a:ext>
            </a:extLst>
          </p:cNvPr>
          <p:cNvSpPr txBox="1">
            <a:spLocks noGrp="1"/>
          </p:cNvSpPr>
          <p:nvPr>
            <p:ph type="title"/>
          </p:nvPr>
        </p:nvSpPr>
        <p:spPr>
          <a:xfrm>
            <a:off x="294964" y="600999"/>
            <a:ext cx="3604204" cy="582105"/>
          </a:xfrm>
          <a:prstGeom prst="rect">
            <a:avLst/>
          </a:prstGeom>
        </p:spPr>
        <p:txBody>
          <a:bodyPr vert="horz" wrap="square" lIns="0" tIns="8086" rIns="0" bIns="0" rtlCol="0" anchor="ctr">
            <a:spAutoFit/>
          </a:bodyPr>
          <a:lstStyle/>
          <a:p>
            <a:pPr marL="7701">
              <a:lnSpc>
                <a:spcPts val="4897"/>
              </a:lnSpc>
              <a:spcBef>
                <a:spcPts val="64"/>
              </a:spcBef>
            </a:pPr>
            <a:r>
              <a:rPr lang="en-IN" sz="3032" spc="-124" dirty="0">
                <a:solidFill>
                  <a:srgbClr val="DE198E"/>
                </a:solidFill>
                <a:latin typeface="Volte Play"/>
                <a:ea typeface="+mn-ea"/>
              </a:rPr>
              <a:t>Self-Evaluation</a:t>
            </a:r>
          </a:p>
        </p:txBody>
      </p:sp>
      <p:grpSp>
        <p:nvGrpSpPr>
          <p:cNvPr id="9" name="object 9">
            <a:extLst>
              <a:ext uri="{FF2B5EF4-FFF2-40B4-BE49-F238E27FC236}">
                <a16:creationId xmlns:a16="http://schemas.microsoft.com/office/drawing/2014/main" id="{A85E0BC5-5389-D758-1442-B1C9458E159D}"/>
              </a:ext>
            </a:extLst>
          </p:cNvPr>
          <p:cNvGrpSpPr/>
          <p:nvPr/>
        </p:nvGrpSpPr>
        <p:grpSpPr>
          <a:xfrm>
            <a:off x="10864522" y="183931"/>
            <a:ext cx="1022346" cy="121680"/>
            <a:chOff x="17915695" y="303316"/>
            <a:chExt cx="1685925" cy="200660"/>
          </a:xfrm>
        </p:grpSpPr>
        <p:sp>
          <p:nvSpPr>
            <p:cNvPr id="10" name="object 10">
              <a:extLst>
                <a:ext uri="{FF2B5EF4-FFF2-40B4-BE49-F238E27FC236}">
                  <a16:creationId xmlns:a16="http://schemas.microsoft.com/office/drawing/2014/main" id="{6FF879E5-614C-8FDC-1118-BA22EEF2EBA7}"/>
                </a:ext>
              </a:extLst>
            </p:cNvPr>
            <p:cNvSpPr/>
            <p:nvPr/>
          </p:nvSpPr>
          <p:spPr>
            <a:xfrm>
              <a:off x="17915687" y="303332"/>
              <a:ext cx="805815" cy="200660"/>
            </a:xfrm>
            <a:custGeom>
              <a:avLst/>
              <a:gdLst/>
              <a:ahLst/>
              <a:cxnLst/>
              <a:rect l="l" t="t" r="r" b="b"/>
              <a:pathLst>
                <a:path w="805815" h="200659">
                  <a:moveTo>
                    <a:pt x="193268" y="0"/>
                  </a:moveTo>
                  <a:lnTo>
                    <a:pt x="0" y="0"/>
                  </a:lnTo>
                  <a:lnTo>
                    <a:pt x="0" y="58420"/>
                  </a:lnTo>
                  <a:lnTo>
                    <a:pt x="57365" y="58420"/>
                  </a:lnTo>
                  <a:lnTo>
                    <a:pt x="57365" y="200660"/>
                  </a:lnTo>
                  <a:lnTo>
                    <a:pt x="137160" y="200660"/>
                  </a:lnTo>
                  <a:lnTo>
                    <a:pt x="137160" y="58420"/>
                  </a:lnTo>
                  <a:lnTo>
                    <a:pt x="193268" y="58420"/>
                  </a:lnTo>
                  <a:lnTo>
                    <a:pt x="193268" y="0"/>
                  </a:lnTo>
                  <a:close/>
                </a:path>
                <a:path w="805815" h="200659">
                  <a:moveTo>
                    <a:pt x="411492" y="200444"/>
                  </a:moveTo>
                  <a:lnTo>
                    <a:pt x="334810" y="0"/>
                  </a:lnTo>
                  <a:lnTo>
                    <a:pt x="250634" y="0"/>
                  </a:lnTo>
                  <a:lnTo>
                    <a:pt x="175818" y="200444"/>
                  </a:lnTo>
                  <a:lnTo>
                    <a:pt x="250634" y="200444"/>
                  </a:lnTo>
                  <a:lnTo>
                    <a:pt x="292100" y="81051"/>
                  </a:lnTo>
                  <a:lnTo>
                    <a:pt x="334810" y="200444"/>
                  </a:lnTo>
                  <a:lnTo>
                    <a:pt x="411492" y="200444"/>
                  </a:lnTo>
                  <a:close/>
                </a:path>
                <a:path w="805815" h="200659">
                  <a:moveTo>
                    <a:pt x="588238" y="0"/>
                  </a:moveTo>
                  <a:lnTo>
                    <a:pt x="394970" y="0"/>
                  </a:lnTo>
                  <a:lnTo>
                    <a:pt x="394970" y="58420"/>
                  </a:lnTo>
                  <a:lnTo>
                    <a:pt x="452018" y="58420"/>
                  </a:lnTo>
                  <a:lnTo>
                    <a:pt x="452018" y="200660"/>
                  </a:lnTo>
                  <a:lnTo>
                    <a:pt x="532130" y="200660"/>
                  </a:lnTo>
                  <a:lnTo>
                    <a:pt x="532130" y="58420"/>
                  </a:lnTo>
                  <a:lnTo>
                    <a:pt x="588238" y="58420"/>
                  </a:lnTo>
                  <a:lnTo>
                    <a:pt x="588238" y="0"/>
                  </a:lnTo>
                  <a:close/>
                </a:path>
                <a:path w="805815" h="200659">
                  <a:moveTo>
                    <a:pt x="805535" y="200444"/>
                  </a:moveTo>
                  <a:lnTo>
                    <a:pt x="728522" y="0"/>
                  </a:lnTo>
                  <a:lnTo>
                    <a:pt x="644359" y="0"/>
                  </a:lnTo>
                  <a:lnTo>
                    <a:pt x="569544" y="200444"/>
                  </a:lnTo>
                  <a:lnTo>
                    <a:pt x="644359" y="200444"/>
                  </a:lnTo>
                  <a:lnTo>
                    <a:pt x="686130" y="81051"/>
                  </a:lnTo>
                  <a:lnTo>
                    <a:pt x="728522" y="200444"/>
                  </a:lnTo>
                  <a:lnTo>
                    <a:pt x="805535" y="200444"/>
                  </a:lnTo>
                  <a:close/>
                </a:path>
              </a:pathLst>
            </a:custGeom>
            <a:solidFill>
              <a:srgbClr val="FFFFFF"/>
            </a:solidFill>
          </p:spPr>
          <p:txBody>
            <a:bodyPr wrap="square" lIns="0" tIns="0" rIns="0" bIns="0" rtlCol="0"/>
            <a:lstStyle/>
            <a:p>
              <a:endParaRPr sz="1092"/>
            </a:p>
          </p:txBody>
        </p:sp>
        <p:sp>
          <p:nvSpPr>
            <p:cNvPr id="11" name="object 11">
              <a:extLst>
                <a:ext uri="{FF2B5EF4-FFF2-40B4-BE49-F238E27FC236}">
                  <a16:creationId xmlns:a16="http://schemas.microsoft.com/office/drawing/2014/main" id="{805FB457-4880-BF59-1E3E-03B66F5A0BED}"/>
                </a:ext>
              </a:extLst>
            </p:cNvPr>
            <p:cNvSpPr/>
            <p:nvPr/>
          </p:nvSpPr>
          <p:spPr>
            <a:xfrm>
              <a:off x="19002833" y="303332"/>
              <a:ext cx="147320" cy="200660"/>
            </a:xfrm>
            <a:custGeom>
              <a:avLst/>
              <a:gdLst/>
              <a:ahLst/>
              <a:cxnLst/>
              <a:rect l="l" t="t" r="r" b="b"/>
              <a:pathLst>
                <a:path w="147319" h="200659">
                  <a:moveTo>
                    <a:pt x="147281" y="142240"/>
                  </a:moveTo>
                  <a:lnTo>
                    <a:pt x="70675" y="142240"/>
                  </a:lnTo>
                  <a:lnTo>
                    <a:pt x="70675" y="0"/>
                  </a:lnTo>
                  <a:lnTo>
                    <a:pt x="0" y="0"/>
                  </a:lnTo>
                  <a:lnTo>
                    <a:pt x="0" y="142240"/>
                  </a:lnTo>
                  <a:lnTo>
                    <a:pt x="0" y="200660"/>
                  </a:lnTo>
                  <a:lnTo>
                    <a:pt x="147281" y="200660"/>
                  </a:lnTo>
                  <a:lnTo>
                    <a:pt x="147281" y="142240"/>
                  </a:lnTo>
                  <a:close/>
                </a:path>
              </a:pathLst>
            </a:custGeom>
            <a:solidFill>
              <a:srgbClr val="ED0080"/>
            </a:solidFill>
          </p:spPr>
          <p:txBody>
            <a:bodyPr wrap="square" lIns="0" tIns="0" rIns="0" bIns="0" rtlCol="0"/>
            <a:lstStyle/>
            <a:p>
              <a:endParaRPr sz="1092"/>
            </a:p>
          </p:txBody>
        </p:sp>
        <p:pic>
          <p:nvPicPr>
            <p:cNvPr id="12" name="object 12">
              <a:extLst>
                <a:ext uri="{FF2B5EF4-FFF2-40B4-BE49-F238E27FC236}">
                  <a16:creationId xmlns:a16="http://schemas.microsoft.com/office/drawing/2014/main" id="{534C2C63-61FB-20C3-184B-067A2CF2C29C}"/>
                </a:ext>
              </a:extLst>
            </p:cNvPr>
            <p:cNvPicPr/>
            <p:nvPr/>
          </p:nvPicPr>
          <p:blipFill>
            <a:blip r:embed="rId3" cstate="email">
              <a:extLst>
                <a:ext uri="{28A0092B-C50C-407E-A947-70E740481C1C}">
                  <a14:useLocalDpi xmlns:a14="http://schemas.microsoft.com/office/drawing/2010/main"/>
                </a:ext>
              </a:extLst>
            </a:blip>
            <a:stretch>
              <a:fillRect/>
            </a:stretch>
          </p:blipFill>
          <p:spPr>
            <a:xfrm>
              <a:off x="18798201" y="303316"/>
              <a:ext cx="180088" cy="200454"/>
            </a:xfrm>
            <a:prstGeom prst="rect">
              <a:avLst/>
            </a:prstGeom>
          </p:spPr>
        </p:pic>
        <p:pic>
          <p:nvPicPr>
            <p:cNvPr id="13" name="object 13">
              <a:extLst>
                <a:ext uri="{FF2B5EF4-FFF2-40B4-BE49-F238E27FC236}">
                  <a16:creationId xmlns:a16="http://schemas.microsoft.com/office/drawing/2014/main" id="{ACC4435C-DE89-F3CF-9669-CD4D6105157A}"/>
                </a:ext>
              </a:extLst>
            </p:cNvPr>
            <p:cNvPicPr/>
            <p:nvPr/>
          </p:nvPicPr>
          <p:blipFill>
            <a:blip r:embed="rId4" cstate="email">
              <a:extLst>
                <a:ext uri="{28A0092B-C50C-407E-A947-70E740481C1C}">
                  <a14:useLocalDpi xmlns:a14="http://schemas.microsoft.com/office/drawing/2010/main"/>
                </a:ext>
              </a:extLst>
            </a:blip>
            <a:stretch>
              <a:fillRect/>
            </a:stretch>
          </p:blipFill>
          <p:spPr>
            <a:xfrm>
              <a:off x="19171547" y="303321"/>
              <a:ext cx="429949" cy="200444"/>
            </a:xfrm>
            <a:prstGeom prst="rect">
              <a:avLst/>
            </a:prstGeom>
          </p:spPr>
        </p:pic>
      </p:grpSp>
      <p:sp>
        <p:nvSpPr>
          <p:cNvPr id="15" name="TextBox 14">
            <a:extLst>
              <a:ext uri="{FF2B5EF4-FFF2-40B4-BE49-F238E27FC236}">
                <a16:creationId xmlns:a16="http://schemas.microsoft.com/office/drawing/2014/main" id="{EFA5BC0A-9B46-E239-86E9-42D3D2F82A88}"/>
              </a:ext>
            </a:extLst>
          </p:cNvPr>
          <p:cNvSpPr txBox="1"/>
          <p:nvPr/>
        </p:nvSpPr>
        <p:spPr>
          <a:xfrm>
            <a:off x="339631" y="1875318"/>
            <a:ext cx="8123885" cy="4661720"/>
          </a:xfrm>
          <a:prstGeom prst="rect">
            <a:avLst/>
          </a:prstGeom>
          <a:ln/>
        </p:spPr>
        <p:style>
          <a:lnRef idx="2">
            <a:schemeClr val="accent5"/>
          </a:lnRef>
          <a:fillRef idx="1">
            <a:schemeClr val="lt1"/>
          </a:fillRef>
          <a:effectRef idx="0">
            <a:schemeClr val="accent5"/>
          </a:effectRef>
          <a:fontRef idx="minor">
            <a:schemeClr val="dk1"/>
          </a:fontRef>
        </p:style>
        <p:txBody>
          <a:bodyPr wrap="square" rtlCol="0">
            <a:noAutofit/>
          </a:bodyPr>
          <a:lstStyle/>
          <a:p>
            <a:endParaRPr lang="en-US" sz="2122" b="1" dirty="0">
              <a:latin typeface="Volte Play" pitchFamily="50" charset="0"/>
            </a:endParaRPr>
          </a:p>
        </p:txBody>
      </p:sp>
      <p:sp>
        <p:nvSpPr>
          <p:cNvPr id="7" name="Title 1">
            <a:extLst>
              <a:ext uri="{FF2B5EF4-FFF2-40B4-BE49-F238E27FC236}">
                <a16:creationId xmlns:a16="http://schemas.microsoft.com/office/drawing/2014/main" id="{F8922DC5-1E76-CCD9-0BFD-3FBA3D5ED3A3}"/>
              </a:ext>
            </a:extLst>
          </p:cNvPr>
          <p:cNvSpPr txBox="1">
            <a:spLocks/>
          </p:cNvSpPr>
          <p:nvPr/>
        </p:nvSpPr>
        <p:spPr>
          <a:xfrm>
            <a:off x="339631" y="1079521"/>
            <a:ext cx="11728322" cy="51576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10855" b="0" i="0" kern="1200">
                <a:solidFill>
                  <a:srgbClr val="5A3695"/>
                </a:solidFill>
                <a:latin typeface="VoltePlay-Medium"/>
                <a:ea typeface="+mj-ea"/>
                <a:cs typeface="VoltePlay-Medium"/>
              </a:defRPr>
            </a:lvl1pPr>
          </a:lstStyle>
          <a:p>
            <a:endParaRPr lang="en-IN" sz="1800" b="1" dirty="0">
              <a:solidFill>
                <a:schemeClr val="tx1"/>
              </a:solidFill>
            </a:endParaRPr>
          </a:p>
          <a:p>
            <a:endParaRPr lang="en-IN" sz="1800" b="1" dirty="0">
              <a:solidFill>
                <a:schemeClr val="tx1"/>
              </a:solidFill>
            </a:endParaRPr>
          </a:p>
          <a:p>
            <a:r>
              <a:rPr lang="en-IN" sz="1800" b="1" dirty="0">
                <a:solidFill>
                  <a:schemeClr val="tx1"/>
                </a:solidFill>
              </a:rPr>
              <a:t>Step 3 : Go to the Competency section and give rating and comments in the competency items and click ‘Save and Next’</a:t>
            </a:r>
            <a:br>
              <a:rPr lang="en-IN" sz="1800" b="1" dirty="0">
                <a:solidFill>
                  <a:schemeClr val="tx1"/>
                </a:solidFill>
              </a:rPr>
            </a:br>
            <a:r>
              <a:rPr lang="en-IN" sz="1800" b="1" dirty="0">
                <a:solidFill>
                  <a:schemeClr val="tx1"/>
                </a:solidFill>
              </a:rPr>
              <a:t>Repeat the same steps for all the competency items</a:t>
            </a:r>
          </a:p>
          <a:p>
            <a:endParaRPr lang="en-IN" sz="1800" b="1" dirty="0">
              <a:solidFill>
                <a:schemeClr val="tx1"/>
              </a:solidFill>
            </a:endParaRPr>
          </a:p>
        </p:txBody>
      </p:sp>
      <p:pic>
        <p:nvPicPr>
          <p:cNvPr id="5" name="Picture 4">
            <a:extLst>
              <a:ext uri="{FF2B5EF4-FFF2-40B4-BE49-F238E27FC236}">
                <a16:creationId xmlns:a16="http://schemas.microsoft.com/office/drawing/2014/main" id="{5110CF80-92F4-5ED2-6290-C24189E771AB}"/>
              </a:ext>
            </a:extLst>
          </p:cNvPr>
          <p:cNvPicPr>
            <a:picLocks noChangeAspect="1"/>
          </p:cNvPicPr>
          <p:nvPr/>
        </p:nvPicPr>
        <p:blipFill>
          <a:blip r:embed="rId5"/>
          <a:stretch>
            <a:fillRect/>
          </a:stretch>
        </p:blipFill>
        <p:spPr>
          <a:xfrm>
            <a:off x="446567" y="2027946"/>
            <a:ext cx="5922335" cy="4229055"/>
          </a:xfrm>
          <a:prstGeom prst="rect">
            <a:avLst/>
          </a:prstGeom>
        </p:spPr>
      </p:pic>
    </p:spTree>
    <p:extLst>
      <p:ext uri="{BB962C8B-B14F-4D97-AF65-F5344CB8AC3E}">
        <p14:creationId xmlns:p14="http://schemas.microsoft.com/office/powerpoint/2010/main" val="2656416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459CA-2DE7-0966-4F4F-3A3A367EE94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013E160-89CA-03A7-0805-61D9284AE5A9}"/>
              </a:ext>
            </a:extLst>
          </p:cNvPr>
          <p:cNvSpPr/>
          <p:nvPr/>
        </p:nvSpPr>
        <p:spPr>
          <a:xfrm>
            <a:off x="428" y="42979"/>
            <a:ext cx="12191144" cy="485181"/>
          </a:xfrm>
          <a:custGeom>
            <a:avLst/>
            <a:gdLst/>
            <a:ahLst/>
            <a:cxnLst/>
            <a:rect l="l" t="t" r="r" b="b"/>
            <a:pathLst>
              <a:path w="20104100" h="800100">
                <a:moveTo>
                  <a:pt x="20104099" y="0"/>
                </a:moveTo>
                <a:lnTo>
                  <a:pt x="0" y="0"/>
                </a:lnTo>
                <a:lnTo>
                  <a:pt x="0" y="799912"/>
                </a:lnTo>
                <a:lnTo>
                  <a:pt x="20104099" y="799912"/>
                </a:lnTo>
                <a:lnTo>
                  <a:pt x="20104099" y="0"/>
                </a:lnTo>
                <a:close/>
              </a:path>
            </a:pathLst>
          </a:custGeom>
          <a:solidFill>
            <a:srgbClr val="382A7E"/>
          </a:solidFill>
        </p:spPr>
        <p:txBody>
          <a:bodyPr wrap="square" lIns="0" tIns="0" rIns="0" bIns="0" rtlCol="0"/>
          <a:lstStyle/>
          <a:p>
            <a:endParaRPr sz="1092"/>
          </a:p>
        </p:txBody>
      </p:sp>
      <p:sp>
        <p:nvSpPr>
          <p:cNvPr id="4" name="object 4">
            <a:extLst>
              <a:ext uri="{FF2B5EF4-FFF2-40B4-BE49-F238E27FC236}">
                <a16:creationId xmlns:a16="http://schemas.microsoft.com/office/drawing/2014/main" id="{6D4A1785-9EA4-449E-5937-A1AC6663167C}"/>
              </a:ext>
            </a:extLst>
          </p:cNvPr>
          <p:cNvSpPr txBox="1">
            <a:spLocks noGrp="1"/>
          </p:cNvSpPr>
          <p:nvPr>
            <p:ph type="title"/>
          </p:nvPr>
        </p:nvSpPr>
        <p:spPr>
          <a:xfrm>
            <a:off x="294964" y="600999"/>
            <a:ext cx="3604204" cy="582105"/>
          </a:xfrm>
          <a:prstGeom prst="rect">
            <a:avLst/>
          </a:prstGeom>
        </p:spPr>
        <p:txBody>
          <a:bodyPr vert="horz" wrap="square" lIns="0" tIns="8086" rIns="0" bIns="0" rtlCol="0" anchor="ctr">
            <a:spAutoFit/>
          </a:bodyPr>
          <a:lstStyle/>
          <a:p>
            <a:pPr marL="7701">
              <a:lnSpc>
                <a:spcPts val="4897"/>
              </a:lnSpc>
              <a:spcBef>
                <a:spcPts val="64"/>
              </a:spcBef>
            </a:pPr>
            <a:r>
              <a:rPr lang="en-IN" sz="3032" spc="-124" dirty="0">
                <a:solidFill>
                  <a:srgbClr val="DE198E"/>
                </a:solidFill>
                <a:latin typeface="Volte Play"/>
                <a:ea typeface="+mn-ea"/>
              </a:rPr>
              <a:t>Self-Evaluation</a:t>
            </a:r>
          </a:p>
        </p:txBody>
      </p:sp>
      <p:grpSp>
        <p:nvGrpSpPr>
          <p:cNvPr id="9" name="object 9">
            <a:extLst>
              <a:ext uri="{FF2B5EF4-FFF2-40B4-BE49-F238E27FC236}">
                <a16:creationId xmlns:a16="http://schemas.microsoft.com/office/drawing/2014/main" id="{84C75130-FA5D-8D1C-10F8-5988871C992B}"/>
              </a:ext>
            </a:extLst>
          </p:cNvPr>
          <p:cNvGrpSpPr/>
          <p:nvPr/>
        </p:nvGrpSpPr>
        <p:grpSpPr>
          <a:xfrm>
            <a:off x="10864522" y="183931"/>
            <a:ext cx="1022346" cy="121680"/>
            <a:chOff x="17915695" y="303316"/>
            <a:chExt cx="1685925" cy="200660"/>
          </a:xfrm>
        </p:grpSpPr>
        <p:sp>
          <p:nvSpPr>
            <p:cNvPr id="10" name="object 10">
              <a:extLst>
                <a:ext uri="{FF2B5EF4-FFF2-40B4-BE49-F238E27FC236}">
                  <a16:creationId xmlns:a16="http://schemas.microsoft.com/office/drawing/2014/main" id="{3FA89982-9C18-AF4E-EC94-C2512D7F05F0}"/>
                </a:ext>
              </a:extLst>
            </p:cNvPr>
            <p:cNvSpPr/>
            <p:nvPr/>
          </p:nvSpPr>
          <p:spPr>
            <a:xfrm>
              <a:off x="17915687" y="303332"/>
              <a:ext cx="805815" cy="200660"/>
            </a:xfrm>
            <a:custGeom>
              <a:avLst/>
              <a:gdLst/>
              <a:ahLst/>
              <a:cxnLst/>
              <a:rect l="l" t="t" r="r" b="b"/>
              <a:pathLst>
                <a:path w="805815" h="200659">
                  <a:moveTo>
                    <a:pt x="193268" y="0"/>
                  </a:moveTo>
                  <a:lnTo>
                    <a:pt x="0" y="0"/>
                  </a:lnTo>
                  <a:lnTo>
                    <a:pt x="0" y="58420"/>
                  </a:lnTo>
                  <a:lnTo>
                    <a:pt x="57365" y="58420"/>
                  </a:lnTo>
                  <a:lnTo>
                    <a:pt x="57365" y="200660"/>
                  </a:lnTo>
                  <a:lnTo>
                    <a:pt x="137160" y="200660"/>
                  </a:lnTo>
                  <a:lnTo>
                    <a:pt x="137160" y="58420"/>
                  </a:lnTo>
                  <a:lnTo>
                    <a:pt x="193268" y="58420"/>
                  </a:lnTo>
                  <a:lnTo>
                    <a:pt x="193268" y="0"/>
                  </a:lnTo>
                  <a:close/>
                </a:path>
                <a:path w="805815" h="200659">
                  <a:moveTo>
                    <a:pt x="411492" y="200444"/>
                  </a:moveTo>
                  <a:lnTo>
                    <a:pt x="334810" y="0"/>
                  </a:lnTo>
                  <a:lnTo>
                    <a:pt x="250634" y="0"/>
                  </a:lnTo>
                  <a:lnTo>
                    <a:pt x="175818" y="200444"/>
                  </a:lnTo>
                  <a:lnTo>
                    <a:pt x="250634" y="200444"/>
                  </a:lnTo>
                  <a:lnTo>
                    <a:pt x="292100" y="81051"/>
                  </a:lnTo>
                  <a:lnTo>
                    <a:pt x="334810" y="200444"/>
                  </a:lnTo>
                  <a:lnTo>
                    <a:pt x="411492" y="200444"/>
                  </a:lnTo>
                  <a:close/>
                </a:path>
                <a:path w="805815" h="200659">
                  <a:moveTo>
                    <a:pt x="588238" y="0"/>
                  </a:moveTo>
                  <a:lnTo>
                    <a:pt x="394970" y="0"/>
                  </a:lnTo>
                  <a:lnTo>
                    <a:pt x="394970" y="58420"/>
                  </a:lnTo>
                  <a:lnTo>
                    <a:pt x="452018" y="58420"/>
                  </a:lnTo>
                  <a:lnTo>
                    <a:pt x="452018" y="200660"/>
                  </a:lnTo>
                  <a:lnTo>
                    <a:pt x="532130" y="200660"/>
                  </a:lnTo>
                  <a:lnTo>
                    <a:pt x="532130" y="58420"/>
                  </a:lnTo>
                  <a:lnTo>
                    <a:pt x="588238" y="58420"/>
                  </a:lnTo>
                  <a:lnTo>
                    <a:pt x="588238" y="0"/>
                  </a:lnTo>
                  <a:close/>
                </a:path>
                <a:path w="805815" h="200659">
                  <a:moveTo>
                    <a:pt x="805535" y="200444"/>
                  </a:moveTo>
                  <a:lnTo>
                    <a:pt x="728522" y="0"/>
                  </a:lnTo>
                  <a:lnTo>
                    <a:pt x="644359" y="0"/>
                  </a:lnTo>
                  <a:lnTo>
                    <a:pt x="569544" y="200444"/>
                  </a:lnTo>
                  <a:lnTo>
                    <a:pt x="644359" y="200444"/>
                  </a:lnTo>
                  <a:lnTo>
                    <a:pt x="686130" y="81051"/>
                  </a:lnTo>
                  <a:lnTo>
                    <a:pt x="728522" y="200444"/>
                  </a:lnTo>
                  <a:lnTo>
                    <a:pt x="805535" y="200444"/>
                  </a:lnTo>
                  <a:close/>
                </a:path>
              </a:pathLst>
            </a:custGeom>
            <a:solidFill>
              <a:srgbClr val="FFFFFF"/>
            </a:solidFill>
          </p:spPr>
          <p:txBody>
            <a:bodyPr wrap="square" lIns="0" tIns="0" rIns="0" bIns="0" rtlCol="0"/>
            <a:lstStyle/>
            <a:p>
              <a:endParaRPr sz="1092"/>
            </a:p>
          </p:txBody>
        </p:sp>
        <p:sp>
          <p:nvSpPr>
            <p:cNvPr id="11" name="object 11">
              <a:extLst>
                <a:ext uri="{FF2B5EF4-FFF2-40B4-BE49-F238E27FC236}">
                  <a16:creationId xmlns:a16="http://schemas.microsoft.com/office/drawing/2014/main" id="{1BFFE3DB-0E90-6A0D-8C89-393A461BAAAE}"/>
                </a:ext>
              </a:extLst>
            </p:cNvPr>
            <p:cNvSpPr/>
            <p:nvPr/>
          </p:nvSpPr>
          <p:spPr>
            <a:xfrm>
              <a:off x="19002833" y="303332"/>
              <a:ext cx="147320" cy="200660"/>
            </a:xfrm>
            <a:custGeom>
              <a:avLst/>
              <a:gdLst/>
              <a:ahLst/>
              <a:cxnLst/>
              <a:rect l="l" t="t" r="r" b="b"/>
              <a:pathLst>
                <a:path w="147319" h="200659">
                  <a:moveTo>
                    <a:pt x="147281" y="142240"/>
                  </a:moveTo>
                  <a:lnTo>
                    <a:pt x="70675" y="142240"/>
                  </a:lnTo>
                  <a:lnTo>
                    <a:pt x="70675" y="0"/>
                  </a:lnTo>
                  <a:lnTo>
                    <a:pt x="0" y="0"/>
                  </a:lnTo>
                  <a:lnTo>
                    <a:pt x="0" y="142240"/>
                  </a:lnTo>
                  <a:lnTo>
                    <a:pt x="0" y="200660"/>
                  </a:lnTo>
                  <a:lnTo>
                    <a:pt x="147281" y="200660"/>
                  </a:lnTo>
                  <a:lnTo>
                    <a:pt x="147281" y="142240"/>
                  </a:lnTo>
                  <a:close/>
                </a:path>
              </a:pathLst>
            </a:custGeom>
            <a:solidFill>
              <a:srgbClr val="ED0080"/>
            </a:solidFill>
          </p:spPr>
          <p:txBody>
            <a:bodyPr wrap="square" lIns="0" tIns="0" rIns="0" bIns="0" rtlCol="0"/>
            <a:lstStyle/>
            <a:p>
              <a:endParaRPr sz="1092"/>
            </a:p>
          </p:txBody>
        </p:sp>
        <p:pic>
          <p:nvPicPr>
            <p:cNvPr id="12" name="object 12">
              <a:extLst>
                <a:ext uri="{FF2B5EF4-FFF2-40B4-BE49-F238E27FC236}">
                  <a16:creationId xmlns:a16="http://schemas.microsoft.com/office/drawing/2014/main" id="{FCF4AF5F-76FF-6928-0353-B4DFB56F15CC}"/>
                </a:ext>
              </a:extLst>
            </p:cNvPr>
            <p:cNvPicPr/>
            <p:nvPr/>
          </p:nvPicPr>
          <p:blipFill>
            <a:blip r:embed="rId3" cstate="email">
              <a:extLst>
                <a:ext uri="{28A0092B-C50C-407E-A947-70E740481C1C}">
                  <a14:useLocalDpi xmlns:a14="http://schemas.microsoft.com/office/drawing/2010/main"/>
                </a:ext>
              </a:extLst>
            </a:blip>
            <a:stretch>
              <a:fillRect/>
            </a:stretch>
          </p:blipFill>
          <p:spPr>
            <a:xfrm>
              <a:off x="18798201" y="303316"/>
              <a:ext cx="180088" cy="200454"/>
            </a:xfrm>
            <a:prstGeom prst="rect">
              <a:avLst/>
            </a:prstGeom>
          </p:spPr>
        </p:pic>
        <p:pic>
          <p:nvPicPr>
            <p:cNvPr id="13" name="object 13">
              <a:extLst>
                <a:ext uri="{FF2B5EF4-FFF2-40B4-BE49-F238E27FC236}">
                  <a16:creationId xmlns:a16="http://schemas.microsoft.com/office/drawing/2014/main" id="{74445567-C577-ABB4-D4D5-CCED1EAD1AE3}"/>
                </a:ext>
              </a:extLst>
            </p:cNvPr>
            <p:cNvPicPr/>
            <p:nvPr/>
          </p:nvPicPr>
          <p:blipFill>
            <a:blip r:embed="rId4" cstate="email">
              <a:extLst>
                <a:ext uri="{28A0092B-C50C-407E-A947-70E740481C1C}">
                  <a14:useLocalDpi xmlns:a14="http://schemas.microsoft.com/office/drawing/2010/main"/>
                </a:ext>
              </a:extLst>
            </a:blip>
            <a:stretch>
              <a:fillRect/>
            </a:stretch>
          </p:blipFill>
          <p:spPr>
            <a:xfrm>
              <a:off x="19171547" y="303321"/>
              <a:ext cx="429949" cy="200444"/>
            </a:xfrm>
            <a:prstGeom prst="rect">
              <a:avLst/>
            </a:prstGeom>
          </p:spPr>
        </p:pic>
      </p:grpSp>
      <p:sp>
        <p:nvSpPr>
          <p:cNvPr id="15" name="TextBox 14">
            <a:extLst>
              <a:ext uri="{FF2B5EF4-FFF2-40B4-BE49-F238E27FC236}">
                <a16:creationId xmlns:a16="http://schemas.microsoft.com/office/drawing/2014/main" id="{BD5212F4-0D3A-5F49-C75E-5E653D18BDD9}"/>
              </a:ext>
            </a:extLst>
          </p:cNvPr>
          <p:cNvSpPr txBox="1"/>
          <p:nvPr/>
        </p:nvSpPr>
        <p:spPr>
          <a:xfrm>
            <a:off x="339631" y="1875318"/>
            <a:ext cx="8421597" cy="2877435"/>
          </a:xfrm>
          <a:prstGeom prst="rect">
            <a:avLst/>
          </a:prstGeom>
          <a:ln/>
        </p:spPr>
        <p:style>
          <a:lnRef idx="2">
            <a:schemeClr val="accent5"/>
          </a:lnRef>
          <a:fillRef idx="1">
            <a:schemeClr val="lt1"/>
          </a:fillRef>
          <a:effectRef idx="0">
            <a:schemeClr val="accent5"/>
          </a:effectRef>
          <a:fontRef idx="minor">
            <a:schemeClr val="dk1"/>
          </a:fontRef>
        </p:style>
        <p:txBody>
          <a:bodyPr wrap="square" rtlCol="0">
            <a:noAutofit/>
          </a:bodyPr>
          <a:lstStyle/>
          <a:p>
            <a:endParaRPr lang="en-US" sz="2122" b="1" dirty="0">
              <a:latin typeface="Volte Play" pitchFamily="50" charset="0"/>
            </a:endParaRPr>
          </a:p>
        </p:txBody>
      </p:sp>
      <p:sp>
        <p:nvSpPr>
          <p:cNvPr id="7" name="Title 1">
            <a:extLst>
              <a:ext uri="{FF2B5EF4-FFF2-40B4-BE49-F238E27FC236}">
                <a16:creationId xmlns:a16="http://schemas.microsoft.com/office/drawing/2014/main" id="{9DEE26DC-1FD8-571D-0C50-F934795EE4BB}"/>
              </a:ext>
            </a:extLst>
          </p:cNvPr>
          <p:cNvSpPr txBox="1">
            <a:spLocks/>
          </p:cNvSpPr>
          <p:nvPr/>
        </p:nvSpPr>
        <p:spPr>
          <a:xfrm>
            <a:off x="339631" y="945079"/>
            <a:ext cx="11228799" cy="513319"/>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10855" b="0" i="0" kern="1200">
                <a:solidFill>
                  <a:srgbClr val="5A3695"/>
                </a:solidFill>
                <a:latin typeface="VoltePlay-Medium"/>
                <a:ea typeface="+mj-ea"/>
                <a:cs typeface="VoltePlay-Medium"/>
              </a:defRPr>
            </a:lvl1pPr>
          </a:lstStyle>
          <a:p>
            <a:endParaRPr lang="en-IN" sz="1800" b="1" dirty="0">
              <a:solidFill>
                <a:schemeClr val="tx1"/>
              </a:solidFill>
            </a:endParaRPr>
          </a:p>
          <a:p>
            <a:endParaRPr lang="en-IN" sz="1800" b="1" dirty="0">
              <a:solidFill>
                <a:schemeClr val="tx1"/>
              </a:solidFill>
            </a:endParaRPr>
          </a:p>
          <a:p>
            <a:r>
              <a:rPr lang="en-IN" sz="1800" b="1" dirty="0">
                <a:solidFill>
                  <a:schemeClr val="tx1"/>
                </a:solidFill>
              </a:rPr>
              <a:t>Step 4 : In the summary section click on ‘Calculate’ to find calculated rating and provide summary rating.</a:t>
            </a:r>
          </a:p>
        </p:txBody>
      </p:sp>
      <p:pic>
        <p:nvPicPr>
          <p:cNvPr id="6" name="Picture 5">
            <a:extLst>
              <a:ext uri="{FF2B5EF4-FFF2-40B4-BE49-F238E27FC236}">
                <a16:creationId xmlns:a16="http://schemas.microsoft.com/office/drawing/2014/main" id="{81639EDB-B474-484F-4EBC-219628B3412A}"/>
              </a:ext>
            </a:extLst>
          </p:cNvPr>
          <p:cNvPicPr>
            <a:picLocks noChangeAspect="1"/>
          </p:cNvPicPr>
          <p:nvPr/>
        </p:nvPicPr>
        <p:blipFill>
          <a:blip r:embed="rId5"/>
          <a:stretch>
            <a:fillRect/>
          </a:stretch>
        </p:blipFill>
        <p:spPr>
          <a:xfrm>
            <a:off x="521044" y="2071362"/>
            <a:ext cx="7538435" cy="2403147"/>
          </a:xfrm>
          <a:prstGeom prst="rect">
            <a:avLst/>
          </a:prstGeom>
        </p:spPr>
      </p:pic>
    </p:spTree>
    <p:extLst>
      <p:ext uri="{BB962C8B-B14F-4D97-AF65-F5344CB8AC3E}">
        <p14:creationId xmlns:p14="http://schemas.microsoft.com/office/powerpoint/2010/main" val="2309451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54104-3AD6-A3AF-2252-E50E5FB1DCA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7BD3392-09EC-369B-A616-C5E5740BDBF4}"/>
              </a:ext>
            </a:extLst>
          </p:cNvPr>
          <p:cNvSpPr/>
          <p:nvPr/>
        </p:nvSpPr>
        <p:spPr>
          <a:xfrm>
            <a:off x="428" y="42979"/>
            <a:ext cx="12191144" cy="485181"/>
          </a:xfrm>
          <a:custGeom>
            <a:avLst/>
            <a:gdLst/>
            <a:ahLst/>
            <a:cxnLst/>
            <a:rect l="l" t="t" r="r" b="b"/>
            <a:pathLst>
              <a:path w="20104100" h="800100">
                <a:moveTo>
                  <a:pt x="20104099" y="0"/>
                </a:moveTo>
                <a:lnTo>
                  <a:pt x="0" y="0"/>
                </a:lnTo>
                <a:lnTo>
                  <a:pt x="0" y="799912"/>
                </a:lnTo>
                <a:lnTo>
                  <a:pt x="20104099" y="799912"/>
                </a:lnTo>
                <a:lnTo>
                  <a:pt x="20104099" y="0"/>
                </a:lnTo>
                <a:close/>
              </a:path>
            </a:pathLst>
          </a:custGeom>
          <a:solidFill>
            <a:srgbClr val="382A7E"/>
          </a:solidFill>
        </p:spPr>
        <p:txBody>
          <a:bodyPr wrap="square" lIns="0" tIns="0" rIns="0" bIns="0" rtlCol="0"/>
          <a:lstStyle/>
          <a:p>
            <a:endParaRPr sz="1092"/>
          </a:p>
        </p:txBody>
      </p:sp>
      <p:sp>
        <p:nvSpPr>
          <p:cNvPr id="4" name="object 4">
            <a:extLst>
              <a:ext uri="{FF2B5EF4-FFF2-40B4-BE49-F238E27FC236}">
                <a16:creationId xmlns:a16="http://schemas.microsoft.com/office/drawing/2014/main" id="{A8A8613F-F307-3B9A-7FE5-0C180BB045A9}"/>
              </a:ext>
            </a:extLst>
          </p:cNvPr>
          <p:cNvSpPr txBox="1">
            <a:spLocks noGrp="1"/>
          </p:cNvSpPr>
          <p:nvPr>
            <p:ph type="title"/>
          </p:nvPr>
        </p:nvSpPr>
        <p:spPr>
          <a:xfrm>
            <a:off x="294964" y="600999"/>
            <a:ext cx="3604204" cy="582105"/>
          </a:xfrm>
          <a:prstGeom prst="rect">
            <a:avLst/>
          </a:prstGeom>
        </p:spPr>
        <p:txBody>
          <a:bodyPr vert="horz" wrap="square" lIns="0" tIns="8086" rIns="0" bIns="0" rtlCol="0" anchor="ctr">
            <a:spAutoFit/>
          </a:bodyPr>
          <a:lstStyle/>
          <a:p>
            <a:pPr marL="7701">
              <a:lnSpc>
                <a:spcPts val="4897"/>
              </a:lnSpc>
              <a:spcBef>
                <a:spcPts val="64"/>
              </a:spcBef>
            </a:pPr>
            <a:r>
              <a:rPr lang="en-IN" sz="3032" spc="-124" dirty="0">
                <a:solidFill>
                  <a:srgbClr val="DE198E"/>
                </a:solidFill>
                <a:latin typeface="Volte Play"/>
                <a:ea typeface="+mn-ea"/>
              </a:rPr>
              <a:t>Self-Evaluation</a:t>
            </a:r>
          </a:p>
        </p:txBody>
      </p:sp>
      <p:grpSp>
        <p:nvGrpSpPr>
          <p:cNvPr id="9" name="object 9">
            <a:extLst>
              <a:ext uri="{FF2B5EF4-FFF2-40B4-BE49-F238E27FC236}">
                <a16:creationId xmlns:a16="http://schemas.microsoft.com/office/drawing/2014/main" id="{7A06E68E-E525-86F6-E6B7-5A6D9DC4DC8F}"/>
              </a:ext>
            </a:extLst>
          </p:cNvPr>
          <p:cNvGrpSpPr/>
          <p:nvPr/>
        </p:nvGrpSpPr>
        <p:grpSpPr>
          <a:xfrm>
            <a:off x="10864522" y="183931"/>
            <a:ext cx="1022346" cy="121680"/>
            <a:chOff x="17915695" y="303316"/>
            <a:chExt cx="1685925" cy="200660"/>
          </a:xfrm>
        </p:grpSpPr>
        <p:sp>
          <p:nvSpPr>
            <p:cNvPr id="10" name="object 10">
              <a:extLst>
                <a:ext uri="{FF2B5EF4-FFF2-40B4-BE49-F238E27FC236}">
                  <a16:creationId xmlns:a16="http://schemas.microsoft.com/office/drawing/2014/main" id="{181E737F-787D-6417-3F98-FAECD63D3029}"/>
                </a:ext>
              </a:extLst>
            </p:cNvPr>
            <p:cNvSpPr/>
            <p:nvPr/>
          </p:nvSpPr>
          <p:spPr>
            <a:xfrm>
              <a:off x="17915687" y="303332"/>
              <a:ext cx="805815" cy="200660"/>
            </a:xfrm>
            <a:custGeom>
              <a:avLst/>
              <a:gdLst/>
              <a:ahLst/>
              <a:cxnLst/>
              <a:rect l="l" t="t" r="r" b="b"/>
              <a:pathLst>
                <a:path w="805815" h="200659">
                  <a:moveTo>
                    <a:pt x="193268" y="0"/>
                  </a:moveTo>
                  <a:lnTo>
                    <a:pt x="0" y="0"/>
                  </a:lnTo>
                  <a:lnTo>
                    <a:pt x="0" y="58420"/>
                  </a:lnTo>
                  <a:lnTo>
                    <a:pt x="57365" y="58420"/>
                  </a:lnTo>
                  <a:lnTo>
                    <a:pt x="57365" y="200660"/>
                  </a:lnTo>
                  <a:lnTo>
                    <a:pt x="137160" y="200660"/>
                  </a:lnTo>
                  <a:lnTo>
                    <a:pt x="137160" y="58420"/>
                  </a:lnTo>
                  <a:lnTo>
                    <a:pt x="193268" y="58420"/>
                  </a:lnTo>
                  <a:lnTo>
                    <a:pt x="193268" y="0"/>
                  </a:lnTo>
                  <a:close/>
                </a:path>
                <a:path w="805815" h="200659">
                  <a:moveTo>
                    <a:pt x="411492" y="200444"/>
                  </a:moveTo>
                  <a:lnTo>
                    <a:pt x="334810" y="0"/>
                  </a:lnTo>
                  <a:lnTo>
                    <a:pt x="250634" y="0"/>
                  </a:lnTo>
                  <a:lnTo>
                    <a:pt x="175818" y="200444"/>
                  </a:lnTo>
                  <a:lnTo>
                    <a:pt x="250634" y="200444"/>
                  </a:lnTo>
                  <a:lnTo>
                    <a:pt x="292100" y="81051"/>
                  </a:lnTo>
                  <a:lnTo>
                    <a:pt x="334810" y="200444"/>
                  </a:lnTo>
                  <a:lnTo>
                    <a:pt x="411492" y="200444"/>
                  </a:lnTo>
                  <a:close/>
                </a:path>
                <a:path w="805815" h="200659">
                  <a:moveTo>
                    <a:pt x="588238" y="0"/>
                  </a:moveTo>
                  <a:lnTo>
                    <a:pt x="394970" y="0"/>
                  </a:lnTo>
                  <a:lnTo>
                    <a:pt x="394970" y="58420"/>
                  </a:lnTo>
                  <a:lnTo>
                    <a:pt x="452018" y="58420"/>
                  </a:lnTo>
                  <a:lnTo>
                    <a:pt x="452018" y="200660"/>
                  </a:lnTo>
                  <a:lnTo>
                    <a:pt x="532130" y="200660"/>
                  </a:lnTo>
                  <a:lnTo>
                    <a:pt x="532130" y="58420"/>
                  </a:lnTo>
                  <a:lnTo>
                    <a:pt x="588238" y="58420"/>
                  </a:lnTo>
                  <a:lnTo>
                    <a:pt x="588238" y="0"/>
                  </a:lnTo>
                  <a:close/>
                </a:path>
                <a:path w="805815" h="200659">
                  <a:moveTo>
                    <a:pt x="805535" y="200444"/>
                  </a:moveTo>
                  <a:lnTo>
                    <a:pt x="728522" y="0"/>
                  </a:lnTo>
                  <a:lnTo>
                    <a:pt x="644359" y="0"/>
                  </a:lnTo>
                  <a:lnTo>
                    <a:pt x="569544" y="200444"/>
                  </a:lnTo>
                  <a:lnTo>
                    <a:pt x="644359" y="200444"/>
                  </a:lnTo>
                  <a:lnTo>
                    <a:pt x="686130" y="81051"/>
                  </a:lnTo>
                  <a:lnTo>
                    <a:pt x="728522" y="200444"/>
                  </a:lnTo>
                  <a:lnTo>
                    <a:pt x="805535" y="200444"/>
                  </a:lnTo>
                  <a:close/>
                </a:path>
              </a:pathLst>
            </a:custGeom>
            <a:solidFill>
              <a:srgbClr val="FFFFFF"/>
            </a:solidFill>
          </p:spPr>
          <p:txBody>
            <a:bodyPr wrap="square" lIns="0" tIns="0" rIns="0" bIns="0" rtlCol="0"/>
            <a:lstStyle/>
            <a:p>
              <a:endParaRPr sz="1092"/>
            </a:p>
          </p:txBody>
        </p:sp>
        <p:sp>
          <p:nvSpPr>
            <p:cNvPr id="11" name="object 11">
              <a:extLst>
                <a:ext uri="{FF2B5EF4-FFF2-40B4-BE49-F238E27FC236}">
                  <a16:creationId xmlns:a16="http://schemas.microsoft.com/office/drawing/2014/main" id="{CF1FE7B1-0425-B72E-0EC0-D6ADCD89D834}"/>
                </a:ext>
              </a:extLst>
            </p:cNvPr>
            <p:cNvSpPr/>
            <p:nvPr/>
          </p:nvSpPr>
          <p:spPr>
            <a:xfrm>
              <a:off x="19002833" y="303332"/>
              <a:ext cx="147320" cy="200660"/>
            </a:xfrm>
            <a:custGeom>
              <a:avLst/>
              <a:gdLst/>
              <a:ahLst/>
              <a:cxnLst/>
              <a:rect l="l" t="t" r="r" b="b"/>
              <a:pathLst>
                <a:path w="147319" h="200659">
                  <a:moveTo>
                    <a:pt x="147281" y="142240"/>
                  </a:moveTo>
                  <a:lnTo>
                    <a:pt x="70675" y="142240"/>
                  </a:lnTo>
                  <a:lnTo>
                    <a:pt x="70675" y="0"/>
                  </a:lnTo>
                  <a:lnTo>
                    <a:pt x="0" y="0"/>
                  </a:lnTo>
                  <a:lnTo>
                    <a:pt x="0" y="142240"/>
                  </a:lnTo>
                  <a:lnTo>
                    <a:pt x="0" y="200660"/>
                  </a:lnTo>
                  <a:lnTo>
                    <a:pt x="147281" y="200660"/>
                  </a:lnTo>
                  <a:lnTo>
                    <a:pt x="147281" y="142240"/>
                  </a:lnTo>
                  <a:close/>
                </a:path>
              </a:pathLst>
            </a:custGeom>
            <a:solidFill>
              <a:srgbClr val="ED0080"/>
            </a:solidFill>
          </p:spPr>
          <p:txBody>
            <a:bodyPr wrap="square" lIns="0" tIns="0" rIns="0" bIns="0" rtlCol="0"/>
            <a:lstStyle/>
            <a:p>
              <a:endParaRPr sz="1092"/>
            </a:p>
          </p:txBody>
        </p:sp>
        <p:pic>
          <p:nvPicPr>
            <p:cNvPr id="12" name="object 12">
              <a:extLst>
                <a:ext uri="{FF2B5EF4-FFF2-40B4-BE49-F238E27FC236}">
                  <a16:creationId xmlns:a16="http://schemas.microsoft.com/office/drawing/2014/main" id="{836F0656-9C96-4BF1-2DA4-F72A8CF22B54}"/>
                </a:ext>
              </a:extLst>
            </p:cNvPr>
            <p:cNvPicPr/>
            <p:nvPr/>
          </p:nvPicPr>
          <p:blipFill>
            <a:blip r:embed="rId3" cstate="email">
              <a:extLst>
                <a:ext uri="{28A0092B-C50C-407E-A947-70E740481C1C}">
                  <a14:useLocalDpi xmlns:a14="http://schemas.microsoft.com/office/drawing/2010/main"/>
                </a:ext>
              </a:extLst>
            </a:blip>
            <a:stretch>
              <a:fillRect/>
            </a:stretch>
          </p:blipFill>
          <p:spPr>
            <a:xfrm>
              <a:off x="18798201" y="303316"/>
              <a:ext cx="180088" cy="200454"/>
            </a:xfrm>
            <a:prstGeom prst="rect">
              <a:avLst/>
            </a:prstGeom>
          </p:spPr>
        </p:pic>
        <p:pic>
          <p:nvPicPr>
            <p:cNvPr id="13" name="object 13">
              <a:extLst>
                <a:ext uri="{FF2B5EF4-FFF2-40B4-BE49-F238E27FC236}">
                  <a16:creationId xmlns:a16="http://schemas.microsoft.com/office/drawing/2014/main" id="{DC3D29E0-2875-D908-029B-CD027769B0AA}"/>
                </a:ext>
              </a:extLst>
            </p:cNvPr>
            <p:cNvPicPr/>
            <p:nvPr/>
          </p:nvPicPr>
          <p:blipFill>
            <a:blip r:embed="rId4" cstate="email">
              <a:extLst>
                <a:ext uri="{28A0092B-C50C-407E-A947-70E740481C1C}">
                  <a14:useLocalDpi xmlns:a14="http://schemas.microsoft.com/office/drawing/2010/main"/>
                </a:ext>
              </a:extLst>
            </a:blip>
            <a:stretch>
              <a:fillRect/>
            </a:stretch>
          </p:blipFill>
          <p:spPr>
            <a:xfrm>
              <a:off x="19171547" y="303321"/>
              <a:ext cx="429949" cy="200444"/>
            </a:xfrm>
            <a:prstGeom prst="rect">
              <a:avLst/>
            </a:prstGeom>
          </p:spPr>
        </p:pic>
      </p:grpSp>
      <p:sp>
        <p:nvSpPr>
          <p:cNvPr id="15" name="TextBox 14">
            <a:extLst>
              <a:ext uri="{FF2B5EF4-FFF2-40B4-BE49-F238E27FC236}">
                <a16:creationId xmlns:a16="http://schemas.microsoft.com/office/drawing/2014/main" id="{3346DFB2-4156-2AF7-1B8C-CBA65B325640}"/>
              </a:ext>
            </a:extLst>
          </p:cNvPr>
          <p:cNvSpPr txBox="1"/>
          <p:nvPr/>
        </p:nvSpPr>
        <p:spPr>
          <a:xfrm>
            <a:off x="339631" y="2408901"/>
            <a:ext cx="10611904" cy="3951019"/>
          </a:xfrm>
          <a:prstGeom prst="rect">
            <a:avLst/>
          </a:prstGeom>
          <a:ln/>
        </p:spPr>
        <p:style>
          <a:lnRef idx="2">
            <a:schemeClr val="accent5"/>
          </a:lnRef>
          <a:fillRef idx="1">
            <a:schemeClr val="lt1"/>
          </a:fillRef>
          <a:effectRef idx="0">
            <a:schemeClr val="accent5"/>
          </a:effectRef>
          <a:fontRef idx="minor">
            <a:schemeClr val="dk1"/>
          </a:fontRef>
        </p:style>
        <p:txBody>
          <a:bodyPr wrap="square" rtlCol="0">
            <a:noAutofit/>
          </a:bodyPr>
          <a:lstStyle/>
          <a:p>
            <a:endParaRPr lang="en-US" sz="2122" b="1" dirty="0">
              <a:latin typeface="Volte Play" pitchFamily="50" charset="0"/>
            </a:endParaRPr>
          </a:p>
        </p:txBody>
      </p:sp>
      <p:sp>
        <p:nvSpPr>
          <p:cNvPr id="7" name="Title 1">
            <a:extLst>
              <a:ext uri="{FF2B5EF4-FFF2-40B4-BE49-F238E27FC236}">
                <a16:creationId xmlns:a16="http://schemas.microsoft.com/office/drawing/2014/main" id="{2FEB346F-B212-8546-2AE5-9358F1017AFD}"/>
              </a:ext>
            </a:extLst>
          </p:cNvPr>
          <p:cNvSpPr txBox="1">
            <a:spLocks/>
          </p:cNvSpPr>
          <p:nvPr/>
        </p:nvSpPr>
        <p:spPr>
          <a:xfrm>
            <a:off x="339631" y="1211871"/>
            <a:ext cx="13323206" cy="513319"/>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10855" b="0" i="0" kern="1200">
                <a:solidFill>
                  <a:srgbClr val="5A3695"/>
                </a:solidFill>
                <a:latin typeface="VoltePlay-Medium"/>
                <a:ea typeface="+mj-ea"/>
                <a:cs typeface="VoltePlay-Medium"/>
              </a:defRPr>
            </a:lvl1pPr>
          </a:lstStyle>
          <a:p>
            <a:endParaRPr lang="en-IN" sz="1800" b="1" dirty="0">
              <a:solidFill>
                <a:schemeClr val="tx1"/>
              </a:solidFill>
            </a:endParaRPr>
          </a:p>
          <a:p>
            <a:endParaRPr lang="en-IN" sz="1800" b="1" dirty="0">
              <a:solidFill>
                <a:schemeClr val="tx1"/>
              </a:solidFill>
            </a:endParaRPr>
          </a:p>
          <a:p>
            <a:r>
              <a:rPr lang="en-IN" sz="1800" b="1" dirty="0">
                <a:solidFill>
                  <a:schemeClr val="tx1"/>
                </a:solidFill>
              </a:rPr>
              <a:t>Step 5 : </a:t>
            </a:r>
          </a:p>
          <a:p>
            <a:r>
              <a:rPr lang="en-IN" sz="1800" b="1" dirty="0">
                <a:solidFill>
                  <a:schemeClr val="tx1"/>
                </a:solidFill>
              </a:rPr>
              <a:t>Scroll down to the ‘Overall Summary’ section.</a:t>
            </a:r>
            <a:br>
              <a:rPr lang="en-IN" sz="1800" b="1" dirty="0">
                <a:solidFill>
                  <a:schemeClr val="tx1"/>
                </a:solidFill>
              </a:rPr>
            </a:br>
            <a:r>
              <a:rPr lang="en-IN" sz="1800" b="1" dirty="0">
                <a:solidFill>
                  <a:schemeClr val="tx1"/>
                </a:solidFill>
              </a:rPr>
              <a:t>Provide the final rating and comments and click ‘Save and Close’</a:t>
            </a:r>
            <a:br>
              <a:rPr lang="en-IN" sz="1800" b="1" dirty="0">
                <a:solidFill>
                  <a:schemeClr val="tx1"/>
                </a:solidFill>
              </a:rPr>
            </a:br>
            <a:r>
              <a:rPr lang="en-IN" sz="1800" b="1" dirty="0">
                <a:solidFill>
                  <a:schemeClr val="tx1"/>
                </a:solidFill>
              </a:rPr>
              <a:t>After providing all the ratings and comments click on ‘Submit’</a:t>
            </a:r>
          </a:p>
        </p:txBody>
      </p:sp>
      <p:pic>
        <p:nvPicPr>
          <p:cNvPr id="3" name="Picture 2">
            <a:extLst>
              <a:ext uri="{FF2B5EF4-FFF2-40B4-BE49-F238E27FC236}">
                <a16:creationId xmlns:a16="http://schemas.microsoft.com/office/drawing/2014/main" id="{F7DD2017-EAA8-2ACF-2A4A-783744260798}"/>
              </a:ext>
            </a:extLst>
          </p:cNvPr>
          <p:cNvPicPr>
            <a:picLocks noChangeAspect="1"/>
          </p:cNvPicPr>
          <p:nvPr/>
        </p:nvPicPr>
        <p:blipFill>
          <a:blip r:embed="rId5"/>
          <a:stretch>
            <a:fillRect/>
          </a:stretch>
        </p:blipFill>
        <p:spPr>
          <a:xfrm>
            <a:off x="516186" y="2454470"/>
            <a:ext cx="6788382" cy="3703770"/>
          </a:xfrm>
          <a:prstGeom prst="rect">
            <a:avLst/>
          </a:prstGeom>
        </p:spPr>
      </p:pic>
      <p:pic>
        <p:nvPicPr>
          <p:cNvPr id="16" name="Picture 15">
            <a:extLst>
              <a:ext uri="{FF2B5EF4-FFF2-40B4-BE49-F238E27FC236}">
                <a16:creationId xmlns:a16="http://schemas.microsoft.com/office/drawing/2014/main" id="{5B66ACB4-72D2-C9E3-4E42-77D17D859F0A}"/>
              </a:ext>
            </a:extLst>
          </p:cNvPr>
          <p:cNvPicPr>
            <a:picLocks noChangeAspect="1"/>
          </p:cNvPicPr>
          <p:nvPr/>
        </p:nvPicPr>
        <p:blipFill>
          <a:blip r:embed="rId6"/>
          <a:srcRect l="64289" b="11161"/>
          <a:stretch>
            <a:fillRect/>
          </a:stretch>
        </p:blipFill>
        <p:spPr>
          <a:xfrm>
            <a:off x="8021622" y="2454469"/>
            <a:ext cx="2582504" cy="649028"/>
          </a:xfrm>
          <a:prstGeom prst="rect">
            <a:avLst/>
          </a:prstGeom>
        </p:spPr>
      </p:pic>
    </p:spTree>
    <p:extLst>
      <p:ext uri="{BB962C8B-B14F-4D97-AF65-F5344CB8AC3E}">
        <p14:creationId xmlns:p14="http://schemas.microsoft.com/office/powerpoint/2010/main" val="2267031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6DFD-9EFD-BD2C-2832-079FFE971F5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EF37F7B-5124-0B19-5902-1945B8D5D1FE}"/>
              </a:ext>
            </a:extLst>
          </p:cNvPr>
          <p:cNvSpPr/>
          <p:nvPr/>
        </p:nvSpPr>
        <p:spPr>
          <a:xfrm>
            <a:off x="428" y="485067"/>
            <a:ext cx="12191144" cy="6372819"/>
          </a:xfrm>
          <a:custGeom>
            <a:avLst/>
            <a:gdLst/>
            <a:ahLst/>
            <a:cxnLst/>
            <a:rect l="l" t="t" r="r" b="b"/>
            <a:pathLst>
              <a:path w="20104100" h="10509250">
                <a:moveTo>
                  <a:pt x="0" y="10508643"/>
                </a:moveTo>
                <a:lnTo>
                  <a:pt x="20104099" y="10508643"/>
                </a:lnTo>
                <a:lnTo>
                  <a:pt x="20104099" y="0"/>
                </a:lnTo>
                <a:lnTo>
                  <a:pt x="0" y="0"/>
                </a:lnTo>
                <a:lnTo>
                  <a:pt x="0" y="10508643"/>
                </a:lnTo>
                <a:close/>
              </a:path>
            </a:pathLst>
          </a:custGeom>
          <a:solidFill>
            <a:srgbClr val="5A3695"/>
          </a:solidFill>
        </p:spPr>
        <p:txBody>
          <a:bodyPr wrap="square" lIns="0" tIns="0" rIns="0" bIns="0" rtlCol="0"/>
          <a:lstStyle/>
          <a:p>
            <a:endParaRPr sz="1092"/>
          </a:p>
        </p:txBody>
      </p:sp>
      <p:sp>
        <p:nvSpPr>
          <p:cNvPr id="3" name="object 3">
            <a:extLst>
              <a:ext uri="{FF2B5EF4-FFF2-40B4-BE49-F238E27FC236}">
                <a16:creationId xmlns:a16="http://schemas.microsoft.com/office/drawing/2014/main" id="{01642131-1082-8C96-04D4-955F4B0CABE1}"/>
              </a:ext>
            </a:extLst>
          </p:cNvPr>
          <p:cNvSpPr txBox="1"/>
          <p:nvPr/>
        </p:nvSpPr>
        <p:spPr>
          <a:xfrm>
            <a:off x="305206" y="161024"/>
            <a:ext cx="1644226" cy="153888"/>
          </a:xfrm>
          <a:prstGeom prst="rect">
            <a:avLst/>
          </a:prstGeom>
        </p:spPr>
        <p:txBody>
          <a:bodyPr vert="horz" wrap="square" lIns="0" tIns="0" rIns="0" bIns="0" rtlCol="0">
            <a:spAutoFit/>
          </a:bodyPr>
          <a:lstStyle/>
          <a:p>
            <a:pPr>
              <a:lnSpc>
                <a:spcPts val="1213"/>
              </a:lnSpc>
              <a:tabLst>
                <a:tab pos="555647" algn="l"/>
              </a:tabLst>
            </a:pPr>
            <a:r>
              <a:rPr sz="1546" spc="-22" baseline="1633" dirty="0">
                <a:solidFill>
                  <a:srgbClr val="FFFFFF"/>
                </a:solidFill>
                <a:latin typeface="VoltePlay-Medium"/>
                <a:cs typeface="VoltePlay-Medium"/>
              </a:rPr>
              <a:t>0</a:t>
            </a:r>
            <a:r>
              <a:rPr sz="1546" spc="-59" baseline="1633" dirty="0">
                <a:solidFill>
                  <a:srgbClr val="FFFFFF"/>
                </a:solidFill>
                <a:latin typeface="VoltePlay-Medium"/>
                <a:cs typeface="VoltePlay-Medium"/>
              </a:rPr>
              <a:t>1</a:t>
            </a:r>
            <a:r>
              <a:rPr sz="1546" spc="9" baseline="1633" dirty="0">
                <a:solidFill>
                  <a:srgbClr val="FFFFFF"/>
                </a:solidFill>
                <a:latin typeface="VoltePlay-Medium"/>
                <a:cs typeface="VoltePlay-Medium"/>
              </a:rPr>
              <a:t>1</a:t>
            </a:r>
            <a:r>
              <a:rPr sz="1546" baseline="1633" dirty="0">
                <a:solidFill>
                  <a:srgbClr val="FFFFFF"/>
                </a:solidFill>
                <a:latin typeface="VoltePlay-Medium"/>
                <a:cs typeface="VoltePlay-Medium"/>
              </a:rPr>
              <a:t>	</a:t>
            </a:r>
            <a:r>
              <a:rPr sz="1092" spc="-27" dirty="0">
                <a:solidFill>
                  <a:srgbClr val="FFFFFF"/>
                </a:solidFill>
                <a:latin typeface="VoltePlay-Medium"/>
                <a:cs typeface="VoltePlay-Medium"/>
              </a:rPr>
              <a:t>P</a:t>
            </a:r>
            <a:r>
              <a:rPr sz="1092" spc="-33" dirty="0">
                <a:solidFill>
                  <a:srgbClr val="FFFFFF"/>
                </a:solidFill>
                <a:latin typeface="VoltePlay-Medium"/>
                <a:cs typeface="VoltePlay-Medium"/>
              </a:rPr>
              <a:t>r</a:t>
            </a:r>
            <a:r>
              <a:rPr sz="1092" spc="-12" dirty="0">
                <a:solidFill>
                  <a:srgbClr val="FFFFFF"/>
                </a:solidFill>
                <a:latin typeface="VoltePlay-Medium"/>
                <a:cs typeface="VoltePlay-Medium"/>
              </a:rPr>
              <a:t>e</a:t>
            </a:r>
            <a:r>
              <a:rPr sz="1092" spc="-15" dirty="0">
                <a:solidFill>
                  <a:srgbClr val="FFFFFF"/>
                </a:solidFill>
                <a:latin typeface="VoltePlay-Medium"/>
                <a:cs typeface="VoltePlay-Medium"/>
              </a:rPr>
              <a:t>s</a:t>
            </a:r>
            <a:r>
              <a:rPr sz="1092" spc="-12" dirty="0">
                <a:solidFill>
                  <a:srgbClr val="FFFFFF"/>
                </a:solidFill>
                <a:latin typeface="VoltePlay-Medium"/>
                <a:cs typeface="VoltePlay-Medium"/>
              </a:rPr>
              <a:t>e</a:t>
            </a:r>
            <a:r>
              <a:rPr sz="1092" spc="-27" dirty="0">
                <a:solidFill>
                  <a:srgbClr val="FFFFFF"/>
                </a:solidFill>
                <a:latin typeface="VoltePlay-Medium"/>
                <a:cs typeface="VoltePlay-Medium"/>
              </a:rPr>
              <a:t>n</a:t>
            </a:r>
            <a:r>
              <a:rPr sz="1092" spc="-33" dirty="0">
                <a:solidFill>
                  <a:srgbClr val="FFFFFF"/>
                </a:solidFill>
                <a:latin typeface="VoltePlay-Medium"/>
                <a:cs typeface="VoltePlay-Medium"/>
              </a:rPr>
              <a:t>t</a:t>
            </a:r>
            <a:r>
              <a:rPr sz="1092" spc="-18" dirty="0">
                <a:solidFill>
                  <a:srgbClr val="FFFFFF"/>
                </a:solidFill>
                <a:latin typeface="VoltePlay-Medium"/>
                <a:cs typeface="VoltePlay-Medium"/>
              </a:rPr>
              <a:t>a</a:t>
            </a:r>
            <a:r>
              <a:rPr sz="1092" spc="-15" dirty="0">
                <a:solidFill>
                  <a:srgbClr val="FFFFFF"/>
                </a:solidFill>
                <a:latin typeface="VoltePlay-Medium"/>
                <a:cs typeface="VoltePlay-Medium"/>
              </a:rPr>
              <a:t>t</a:t>
            </a:r>
            <a:r>
              <a:rPr sz="1092" spc="-21" dirty="0">
                <a:solidFill>
                  <a:srgbClr val="FFFFFF"/>
                </a:solidFill>
                <a:latin typeface="VoltePlay-Medium"/>
                <a:cs typeface="VoltePlay-Medium"/>
              </a:rPr>
              <a:t>i</a:t>
            </a:r>
            <a:r>
              <a:rPr sz="1092" spc="-15" dirty="0">
                <a:solidFill>
                  <a:srgbClr val="FFFFFF"/>
                </a:solidFill>
                <a:latin typeface="VoltePlay-Medium"/>
                <a:cs typeface="VoltePlay-Medium"/>
              </a:rPr>
              <a:t>o</a:t>
            </a:r>
            <a:r>
              <a:rPr sz="1092" spc="3" dirty="0">
                <a:solidFill>
                  <a:srgbClr val="FFFFFF"/>
                </a:solidFill>
                <a:latin typeface="VoltePlay-Medium"/>
                <a:cs typeface="VoltePlay-Medium"/>
              </a:rPr>
              <a:t>n</a:t>
            </a:r>
            <a:r>
              <a:rPr sz="1092" spc="-21" dirty="0">
                <a:solidFill>
                  <a:srgbClr val="FFFFFF"/>
                </a:solidFill>
                <a:latin typeface="VoltePlay-Medium"/>
                <a:cs typeface="VoltePlay-Medium"/>
              </a:rPr>
              <a:t> </a:t>
            </a:r>
            <a:r>
              <a:rPr sz="1092" spc="-15" dirty="0">
                <a:solidFill>
                  <a:srgbClr val="FFFFFF"/>
                </a:solidFill>
                <a:latin typeface="VoltePlay-Medium"/>
                <a:cs typeface="VoltePlay-Medium"/>
              </a:rPr>
              <a:t>t</a:t>
            </a:r>
            <a:r>
              <a:rPr sz="1092" spc="-24" dirty="0">
                <a:solidFill>
                  <a:srgbClr val="FFFFFF"/>
                </a:solidFill>
                <a:latin typeface="VoltePlay-Medium"/>
                <a:cs typeface="VoltePlay-Medium"/>
              </a:rPr>
              <a:t>i</a:t>
            </a:r>
            <a:r>
              <a:rPr sz="1092" spc="-18" dirty="0">
                <a:solidFill>
                  <a:srgbClr val="FFFFFF"/>
                </a:solidFill>
                <a:latin typeface="VoltePlay-Medium"/>
                <a:cs typeface="VoltePlay-Medium"/>
              </a:rPr>
              <a:t>tl</a:t>
            </a:r>
            <a:r>
              <a:rPr sz="1092" spc="3" dirty="0">
                <a:solidFill>
                  <a:srgbClr val="FFFFFF"/>
                </a:solidFill>
                <a:latin typeface="VoltePlay-Medium"/>
                <a:cs typeface="VoltePlay-Medium"/>
              </a:rPr>
              <a:t>e</a:t>
            </a:r>
            <a:endParaRPr sz="1092">
              <a:latin typeface="VoltePlay-Medium"/>
              <a:cs typeface="VoltePlay-Medium"/>
            </a:endParaRPr>
          </a:p>
        </p:txBody>
      </p:sp>
      <p:grpSp>
        <p:nvGrpSpPr>
          <p:cNvPr id="4" name="object 4">
            <a:extLst>
              <a:ext uri="{FF2B5EF4-FFF2-40B4-BE49-F238E27FC236}">
                <a16:creationId xmlns:a16="http://schemas.microsoft.com/office/drawing/2014/main" id="{492E444B-A7B1-21C4-D546-BA56B80A3060}"/>
              </a:ext>
            </a:extLst>
          </p:cNvPr>
          <p:cNvGrpSpPr/>
          <p:nvPr/>
        </p:nvGrpSpPr>
        <p:grpSpPr>
          <a:xfrm>
            <a:off x="428" y="0"/>
            <a:ext cx="12191144" cy="485181"/>
            <a:chOff x="0" y="0"/>
            <a:chExt cx="20104100" cy="800100"/>
          </a:xfrm>
        </p:grpSpPr>
        <p:pic>
          <p:nvPicPr>
            <p:cNvPr id="5" name="object 5">
              <a:extLst>
                <a:ext uri="{FF2B5EF4-FFF2-40B4-BE49-F238E27FC236}">
                  <a16:creationId xmlns:a16="http://schemas.microsoft.com/office/drawing/2014/main" id="{F54755DE-CC85-0EC3-2EFF-0D5AEEB1808A}"/>
                </a:ext>
              </a:extLst>
            </p:cNvPr>
            <p:cNvPicPr/>
            <p:nvPr/>
          </p:nvPicPr>
          <p:blipFill>
            <a:blip r:embed="rId3" cstate="print"/>
            <a:stretch>
              <a:fillRect/>
            </a:stretch>
          </p:blipFill>
          <p:spPr>
            <a:xfrm>
              <a:off x="17915695" y="300734"/>
              <a:ext cx="1685802" cy="198423"/>
            </a:xfrm>
            <a:prstGeom prst="rect">
              <a:avLst/>
            </a:prstGeom>
          </p:spPr>
        </p:pic>
        <p:sp>
          <p:nvSpPr>
            <p:cNvPr id="6" name="object 6">
              <a:extLst>
                <a:ext uri="{FF2B5EF4-FFF2-40B4-BE49-F238E27FC236}">
                  <a16:creationId xmlns:a16="http://schemas.microsoft.com/office/drawing/2014/main" id="{8A28600C-12EA-086B-56F4-DE14E9B4371C}"/>
                </a:ext>
              </a:extLst>
            </p:cNvPr>
            <p:cNvSpPr/>
            <p:nvPr/>
          </p:nvSpPr>
          <p:spPr>
            <a:xfrm>
              <a:off x="0" y="0"/>
              <a:ext cx="20104100" cy="800100"/>
            </a:xfrm>
            <a:custGeom>
              <a:avLst/>
              <a:gdLst/>
              <a:ahLst/>
              <a:cxnLst/>
              <a:rect l="l" t="t" r="r" b="b"/>
              <a:pathLst>
                <a:path w="20104100" h="800100">
                  <a:moveTo>
                    <a:pt x="20104099" y="0"/>
                  </a:moveTo>
                  <a:lnTo>
                    <a:pt x="0" y="0"/>
                  </a:lnTo>
                  <a:lnTo>
                    <a:pt x="0" y="799912"/>
                  </a:lnTo>
                  <a:lnTo>
                    <a:pt x="20104099" y="799912"/>
                  </a:lnTo>
                  <a:lnTo>
                    <a:pt x="20104099" y="0"/>
                  </a:lnTo>
                  <a:close/>
                </a:path>
              </a:pathLst>
            </a:custGeom>
            <a:solidFill>
              <a:srgbClr val="382A7E"/>
            </a:solidFill>
          </p:spPr>
          <p:txBody>
            <a:bodyPr wrap="square" lIns="0" tIns="0" rIns="0" bIns="0" rtlCol="0"/>
            <a:lstStyle/>
            <a:p>
              <a:endParaRPr sz="1092"/>
            </a:p>
          </p:txBody>
        </p:sp>
      </p:grpSp>
      <p:sp>
        <p:nvSpPr>
          <p:cNvPr id="9" name="object 9">
            <a:extLst>
              <a:ext uri="{FF2B5EF4-FFF2-40B4-BE49-F238E27FC236}">
                <a16:creationId xmlns:a16="http://schemas.microsoft.com/office/drawing/2014/main" id="{5415182B-ADDB-3251-04BC-FB2C6EBFBA51}"/>
              </a:ext>
            </a:extLst>
          </p:cNvPr>
          <p:cNvSpPr txBox="1">
            <a:spLocks noGrp="1"/>
          </p:cNvSpPr>
          <p:nvPr>
            <p:ph type="title"/>
          </p:nvPr>
        </p:nvSpPr>
        <p:spPr>
          <a:xfrm>
            <a:off x="2565605" y="3019174"/>
            <a:ext cx="6720548" cy="502941"/>
          </a:xfrm>
          <a:prstGeom prst="rect">
            <a:avLst/>
          </a:prstGeom>
        </p:spPr>
        <p:txBody>
          <a:bodyPr vert="horz" wrap="square" lIns="0" tIns="10397" rIns="0" bIns="0" rtlCol="0" anchor="ctr">
            <a:spAutoFit/>
          </a:bodyPr>
          <a:lstStyle/>
          <a:p>
            <a:pPr marL="23489" algn="ctr">
              <a:lnSpc>
                <a:spcPct val="100000"/>
              </a:lnSpc>
              <a:spcBef>
                <a:spcPts val="82"/>
              </a:spcBef>
            </a:pPr>
            <a:r>
              <a:rPr lang="en-GB" sz="3200" b="1" spc="12" dirty="0">
                <a:solidFill>
                  <a:srgbClr val="FFFFFF"/>
                </a:solidFill>
              </a:rPr>
              <a:t>Participant Related Tasks</a:t>
            </a:r>
            <a:endParaRPr sz="3200" b="1" spc="12" dirty="0">
              <a:solidFill>
                <a:srgbClr val="FFFFFF"/>
              </a:solidFill>
            </a:endParaRPr>
          </a:p>
        </p:txBody>
      </p:sp>
      <p:grpSp>
        <p:nvGrpSpPr>
          <p:cNvPr id="10" name="object 10">
            <a:extLst>
              <a:ext uri="{FF2B5EF4-FFF2-40B4-BE49-F238E27FC236}">
                <a16:creationId xmlns:a16="http://schemas.microsoft.com/office/drawing/2014/main" id="{DE2896DD-5E80-2A4C-496E-7702E6EA3AD4}"/>
              </a:ext>
            </a:extLst>
          </p:cNvPr>
          <p:cNvGrpSpPr/>
          <p:nvPr/>
        </p:nvGrpSpPr>
        <p:grpSpPr>
          <a:xfrm>
            <a:off x="10864522" y="183931"/>
            <a:ext cx="1022346" cy="121680"/>
            <a:chOff x="17915695" y="303316"/>
            <a:chExt cx="1685925" cy="200660"/>
          </a:xfrm>
        </p:grpSpPr>
        <p:sp>
          <p:nvSpPr>
            <p:cNvPr id="11" name="object 11">
              <a:extLst>
                <a:ext uri="{FF2B5EF4-FFF2-40B4-BE49-F238E27FC236}">
                  <a16:creationId xmlns:a16="http://schemas.microsoft.com/office/drawing/2014/main" id="{28020DDC-7D65-4EDC-B7EF-3C9F401D8B0A}"/>
                </a:ext>
              </a:extLst>
            </p:cNvPr>
            <p:cNvSpPr/>
            <p:nvPr/>
          </p:nvSpPr>
          <p:spPr>
            <a:xfrm>
              <a:off x="17915687" y="303332"/>
              <a:ext cx="805815" cy="200660"/>
            </a:xfrm>
            <a:custGeom>
              <a:avLst/>
              <a:gdLst/>
              <a:ahLst/>
              <a:cxnLst/>
              <a:rect l="l" t="t" r="r" b="b"/>
              <a:pathLst>
                <a:path w="805815" h="200659">
                  <a:moveTo>
                    <a:pt x="193268" y="0"/>
                  </a:moveTo>
                  <a:lnTo>
                    <a:pt x="0" y="0"/>
                  </a:lnTo>
                  <a:lnTo>
                    <a:pt x="0" y="58420"/>
                  </a:lnTo>
                  <a:lnTo>
                    <a:pt x="57365" y="58420"/>
                  </a:lnTo>
                  <a:lnTo>
                    <a:pt x="57365" y="200660"/>
                  </a:lnTo>
                  <a:lnTo>
                    <a:pt x="137160" y="200660"/>
                  </a:lnTo>
                  <a:lnTo>
                    <a:pt x="137160" y="58420"/>
                  </a:lnTo>
                  <a:lnTo>
                    <a:pt x="193268" y="58420"/>
                  </a:lnTo>
                  <a:lnTo>
                    <a:pt x="193268" y="0"/>
                  </a:lnTo>
                  <a:close/>
                </a:path>
                <a:path w="805815" h="200659">
                  <a:moveTo>
                    <a:pt x="411492" y="200444"/>
                  </a:moveTo>
                  <a:lnTo>
                    <a:pt x="334810" y="0"/>
                  </a:lnTo>
                  <a:lnTo>
                    <a:pt x="250634" y="0"/>
                  </a:lnTo>
                  <a:lnTo>
                    <a:pt x="175818" y="200444"/>
                  </a:lnTo>
                  <a:lnTo>
                    <a:pt x="250634" y="200444"/>
                  </a:lnTo>
                  <a:lnTo>
                    <a:pt x="292100" y="81051"/>
                  </a:lnTo>
                  <a:lnTo>
                    <a:pt x="334810" y="200444"/>
                  </a:lnTo>
                  <a:lnTo>
                    <a:pt x="411492" y="200444"/>
                  </a:lnTo>
                  <a:close/>
                </a:path>
                <a:path w="805815" h="200659">
                  <a:moveTo>
                    <a:pt x="588238" y="0"/>
                  </a:moveTo>
                  <a:lnTo>
                    <a:pt x="394970" y="0"/>
                  </a:lnTo>
                  <a:lnTo>
                    <a:pt x="394970" y="58420"/>
                  </a:lnTo>
                  <a:lnTo>
                    <a:pt x="452018" y="58420"/>
                  </a:lnTo>
                  <a:lnTo>
                    <a:pt x="452018" y="200660"/>
                  </a:lnTo>
                  <a:lnTo>
                    <a:pt x="532130" y="200660"/>
                  </a:lnTo>
                  <a:lnTo>
                    <a:pt x="532130" y="58420"/>
                  </a:lnTo>
                  <a:lnTo>
                    <a:pt x="588238" y="58420"/>
                  </a:lnTo>
                  <a:lnTo>
                    <a:pt x="588238" y="0"/>
                  </a:lnTo>
                  <a:close/>
                </a:path>
                <a:path w="805815" h="200659">
                  <a:moveTo>
                    <a:pt x="805535" y="200444"/>
                  </a:moveTo>
                  <a:lnTo>
                    <a:pt x="728522" y="0"/>
                  </a:lnTo>
                  <a:lnTo>
                    <a:pt x="644359" y="0"/>
                  </a:lnTo>
                  <a:lnTo>
                    <a:pt x="569544" y="200444"/>
                  </a:lnTo>
                  <a:lnTo>
                    <a:pt x="644359" y="200444"/>
                  </a:lnTo>
                  <a:lnTo>
                    <a:pt x="686130" y="81051"/>
                  </a:lnTo>
                  <a:lnTo>
                    <a:pt x="728522" y="200444"/>
                  </a:lnTo>
                  <a:lnTo>
                    <a:pt x="805535" y="200444"/>
                  </a:lnTo>
                  <a:close/>
                </a:path>
              </a:pathLst>
            </a:custGeom>
            <a:solidFill>
              <a:srgbClr val="FFFFFF"/>
            </a:solidFill>
          </p:spPr>
          <p:txBody>
            <a:bodyPr wrap="square" lIns="0" tIns="0" rIns="0" bIns="0" rtlCol="0"/>
            <a:lstStyle/>
            <a:p>
              <a:endParaRPr sz="1092"/>
            </a:p>
          </p:txBody>
        </p:sp>
        <p:sp>
          <p:nvSpPr>
            <p:cNvPr id="12" name="object 12">
              <a:extLst>
                <a:ext uri="{FF2B5EF4-FFF2-40B4-BE49-F238E27FC236}">
                  <a16:creationId xmlns:a16="http://schemas.microsoft.com/office/drawing/2014/main" id="{2D1B87FB-43B2-8B63-D9F5-234BC88373A0}"/>
                </a:ext>
              </a:extLst>
            </p:cNvPr>
            <p:cNvSpPr/>
            <p:nvPr/>
          </p:nvSpPr>
          <p:spPr>
            <a:xfrm>
              <a:off x="19002833" y="303332"/>
              <a:ext cx="147320" cy="200660"/>
            </a:xfrm>
            <a:custGeom>
              <a:avLst/>
              <a:gdLst/>
              <a:ahLst/>
              <a:cxnLst/>
              <a:rect l="l" t="t" r="r" b="b"/>
              <a:pathLst>
                <a:path w="147319" h="200659">
                  <a:moveTo>
                    <a:pt x="147281" y="142240"/>
                  </a:moveTo>
                  <a:lnTo>
                    <a:pt x="70675" y="142240"/>
                  </a:lnTo>
                  <a:lnTo>
                    <a:pt x="70675" y="0"/>
                  </a:lnTo>
                  <a:lnTo>
                    <a:pt x="0" y="0"/>
                  </a:lnTo>
                  <a:lnTo>
                    <a:pt x="0" y="142240"/>
                  </a:lnTo>
                  <a:lnTo>
                    <a:pt x="0" y="200660"/>
                  </a:lnTo>
                  <a:lnTo>
                    <a:pt x="147281" y="200660"/>
                  </a:lnTo>
                  <a:lnTo>
                    <a:pt x="147281" y="142240"/>
                  </a:lnTo>
                  <a:close/>
                </a:path>
              </a:pathLst>
            </a:custGeom>
            <a:solidFill>
              <a:srgbClr val="ED0080"/>
            </a:solidFill>
          </p:spPr>
          <p:txBody>
            <a:bodyPr wrap="square" lIns="0" tIns="0" rIns="0" bIns="0" rtlCol="0"/>
            <a:lstStyle/>
            <a:p>
              <a:endParaRPr sz="1092"/>
            </a:p>
          </p:txBody>
        </p:sp>
        <p:pic>
          <p:nvPicPr>
            <p:cNvPr id="13" name="object 13">
              <a:extLst>
                <a:ext uri="{FF2B5EF4-FFF2-40B4-BE49-F238E27FC236}">
                  <a16:creationId xmlns:a16="http://schemas.microsoft.com/office/drawing/2014/main" id="{2FE37380-6DBB-22B7-D8C5-3A713507C73F}"/>
                </a:ext>
              </a:extLst>
            </p:cNvPr>
            <p:cNvPicPr/>
            <p:nvPr/>
          </p:nvPicPr>
          <p:blipFill>
            <a:blip r:embed="rId4" cstate="email">
              <a:extLst>
                <a:ext uri="{28A0092B-C50C-407E-A947-70E740481C1C}">
                  <a14:useLocalDpi xmlns:a14="http://schemas.microsoft.com/office/drawing/2010/main"/>
                </a:ext>
              </a:extLst>
            </a:blip>
            <a:stretch>
              <a:fillRect/>
            </a:stretch>
          </p:blipFill>
          <p:spPr>
            <a:xfrm>
              <a:off x="18798201" y="303316"/>
              <a:ext cx="180088" cy="200454"/>
            </a:xfrm>
            <a:prstGeom prst="rect">
              <a:avLst/>
            </a:prstGeom>
          </p:spPr>
        </p:pic>
        <p:pic>
          <p:nvPicPr>
            <p:cNvPr id="14" name="object 14">
              <a:extLst>
                <a:ext uri="{FF2B5EF4-FFF2-40B4-BE49-F238E27FC236}">
                  <a16:creationId xmlns:a16="http://schemas.microsoft.com/office/drawing/2014/main" id="{F7D05903-60BE-59FB-CA62-14C2B69499BA}"/>
                </a:ext>
              </a:extLst>
            </p:cNvPr>
            <p:cNvPicPr/>
            <p:nvPr/>
          </p:nvPicPr>
          <p:blipFill>
            <a:blip r:embed="rId5" cstate="email">
              <a:extLst>
                <a:ext uri="{28A0092B-C50C-407E-A947-70E740481C1C}">
                  <a14:useLocalDpi xmlns:a14="http://schemas.microsoft.com/office/drawing/2010/main"/>
                </a:ext>
              </a:extLst>
            </a:blip>
            <a:stretch>
              <a:fillRect/>
            </a:stretch>
          </p:blipFill>
          <p:spPr>
            <a:xfrm>
              <a:off x="19171547" y="303321"/>
              <a:ext cx="429949" cy="200444"/>
            </a:xfrm>
            <a:prstGeom prst="rect">
              <a:avLst/>
            </a:prstGeom>
          </p:spPr>
        </p:pic>
      </p:grpSp>
    </p:spTree>
    <p:extLst>
      <p:ext uri="{BB962C8B-B14F-4D97-AF65-F5344CB8AC3E}">
        <p14:creationId xmlns:p14="http://schemas.microsoft.com/office/powerpoint/2010/main" val="180658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E8DDA-2FB6-94B3-4809-1F302E78FC0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119AE72-6B70-38E3-FBA9-DD2FDB0B3ED9}"/>
              </a:ext>
            </a:extLst>
          </p:cNvPr>
          <p:cNvSpPr/>
          <p:nvPr/>
        </p:nvSpPr>
        <p:spPr>
          <a:xfrm>
            <a:off x="428" y="42979"/>
            <a:ext cx="12191144" cy="485181"/>
          </a:xfrm>
          <a:custGeom>
            <a:avLst/>
            <a:gdLst/>
            <a:ahLst/>
            <a:cxnLst/>
            <a:rect l="l" t="t" r="r" b="b"/>
            <a:pathLst>
              <a:path w="20104100" h="800100">
                <a:moveTo>
                  <a:pt x="20104099" y="0"/>
                </a:moveTo>
                <a:lnTo>
                  <a:pt x="0" y="0"/>
                </a:lnTo>
                <a:lnTo>
                  <a:pt x="0" y="799912"/>
                </a:lnTo>
                <a:lnTo>
                  <a:pt x="20104099" y="799912"/>
                </a:lnTo>
                <a:lnTo>
                  <a:pt x="20104099" y="0"/>
                </a:lnTo>
                <a:close/>
              </a:path>
            </a:pathLst>
          </a:custGeom>
          <a:solidFill>
            <a:srgbClr val="382A7E"/>
          </a:solidFill>
        </p:spPr>
        <p:txBody>
          <a:bodyPr wrap="square" lIns="0" tIns="0" rIns="0" bIns="0" rtlCol="0"/>
          <a:lstStyle/>
          <a:p>
            <a:endParaRPr sz="1092"/>
          </a:p>
        </p:txBody>
      </p:sp>
      <p:sp>
        <p:nvSpPr>
          <p:cNvPr id="4" name="object 4">
            <a:extLst>
              <a:ext uri="{FF2B5EF4-FFF2-40B4-BE49-F238E27FC236}">
                <a16:creationId xmlns:a16="http://schemas.microsoft.com/office/drawing/2014/main" id="{A7181C96-7DA6-19E2-AD4B-B27884D04E07}"/>
              </a:ext>
            </a:extLst>
          </p:cNvPr>
          <p:cNvSpPr txBox="1">
            <a:spLocks noGrp="1"/>
          </p:cNvSpPr>
          <p:nvPr>
            <p:ph type="title"/>
          </p:nvPr>
        </p:nvSpPr>
        <p:spPr>
          <a:xfrm>
            <a:off x="294964" y="600999"/>
            <a:ext cx="3604204" cy="582105"/>
          </a:xfrm>
          <a:prstGeom prst="rect">
            <a:avLst/>
          </a:prstGeom>
        </p:spPr>
        <p:txBody>
          <a:bodyPr vert="horz" wrap="square" lIns="0" tIns="8086" rIns="0" bIns="0" rtlCol="0" anchor="ctr">
            <a:spAutoFit/>
          </a:bodyPr>
          <a:lstStyle/>
          <a:p>
            <a:pPr marL="7701">
              <a:lnSpc>
                <a:spcPts val="4897"/>
              </a:lnSpc>
              <a:spcBef>
                <a:spcPts val="64"/>
              </a:spcBef>
            </a:pPr>
            <a:r>
              <a:rPr lang="en-IN" sz="3032" spc="-124" dirty="0">
                <a:solidFill>
                  <a:srgbClr val="DE198E"/>
                </a:solidFill>
                <a:latin typeface="Volte Play"/>
                <a:ea typeface="+mn-ea"/>
              </a:rPr>
              <a:t>Participant Feedback </a:t>
            </a:r>
          </a:p>
        </p:txBody>
      </p:sp>
      <p:grpSp>
        <p:nvGrpSpPr>
          <p:cNvPr id="9" name="object 9">
            <a:extLst>
              <a:ext uri="{FF2B5EF4-FFF2-40B4-BE49-F238E27FC236}">
                <a16:creationId xmlns:a16="http://schemas.microsoft.com/office/drawing/2014/main" id="{1AE14A7D-A8BB-C42D-F6CC-6267B81352FC}"/>
              </a:ext>
            </a:extLst>
          </p:cNvPr>
          <p:cNvGrpSpPr/>
          <p:nvPr/>
        </p:nvGrpSpPr>
        <p:grpSpPr>
          <a:xfrm>
            <a:off x="10864522" y="183931"/>
            <a:ext cx="1022346" cy="121680"/>
            <a:chOff x="17915695" y="303316"/>
            <a:chExt cx="1685925" cy="200660"/>
          </a:xfrm>
        </p:grpSpPr>
        <p:sp>
          <p:nvSpPr>
            <p:cNvPr id="10" name="object 10">
              <a:extLst>
                <a:ext uri="{FF2B5EF4-FFF2-40B4-BE49-F238E27FC236}">
                  <a16:creationId xmlns:a16="http://schemas.microsoft.com/office/drawing/2014/main" id="{29F9CFFF-197C-CC2B-9C06-A8085850A28A}"/>
                </a:ext>
              </a:extLst>
            </p:cNvPr>
            <p:cNvSpPr/>
            <p:nvPr/>
          </p:nvSpPr>
          <p:spPr>
            <a:xfrm>
              <a:off x="17915687" y="303332"/>
              <a:ext cx="805815" cy="200660"/>
            </a:xfrm>
            <a:custGeom>
              <a:avLst/>
              <a:gdLst/>
              <a:ahLst/>
              <a:cxnLst/>
              <a:rect l="l" t="t" r="r" b="b"/>
              <a:pathLst>
                <a:path w="805815" h="200659">
                  <a:moveTo>
                    <a:pt x="193268" y="0"/>
                  </a:moveTo>
                  <a:lnTo>
                    <a:pt x="0" y="0"/>
                  </a:lnTo>
                  <a:lnTo>
                    <a:pt x="0" y="58420"/>
                  </a:lnTo>
                  <a:lnTo>
                    <a:pt x="57365" y="58420"/>
                  </a:lnTo>
                  <a:lnTo>
                    <a:pt x="57365" y="200660"/>
                  </a:lnTo>
                  <a:lnTo>
                    <a:pt x="137160" y="200660"/>
                  </a:lnTo>
                  <a:lnTo>
                    <a:pt x="137160" y="58420"/>
                  </a:lnTo>
                  <a:lnTo>
                    <a:pt x="193268" y="58420"/>
                  </a:lnTo>
                  <a:lnTo>
                    <a:pt x="193268" y="0"/>
                  </a:lnTo>
                  <a:close/>
                </a:path>
                <a:path w="805815" h="200659">
                  <a:moveTo>
                    <a:pt x="411492" y="200444"/>
                  </a:moveTo>
                  <a:lnTo>
                    <a:pt x="334810" y="0"/>
                  </a:lnTo>
                  <a:lnTo>
                    <a:pt x="250634" y="0"/>
                  </a:lnTo>
                  <a:lnTo>
                    <a:pt x="175818" y="200444"/>
                  </a:lnTo>
                  <a:lnTo>
                    <a:pt x="250634" y="200444"/>
                  </a:lnTo>
                  <a:lnTo>
                    <a:pt x="292100" y="81051"/>
                  </a:lnTo>
                  <a:lnTo>
                    <a:pt x="334810" y="200444"/>
                  </a:lnTo>
                  <a:lnTo>
                    <a:pt x="411492" y="200444"/>
                  </a:lnTo>
                  <a:close/>
                </a:path>
                <a:path w="805815" h="200659">
                  <a:moveTo>
                    <a:pt x="588238" y="0"/>
                  </a:moveTo>
                  <a:lnTo>
                    <a:pt x="394970" y="0"/>
                  </a:lnTo>
                  <a:lnTo>
                    <a:pt x="394970" y="58420"/>
                  </a:lnTo>
                  <a:lnTo>
                    <a:pt x="452018" y="58420"/>
                  </a:lnTo>
                  <a:lnTo>
                    <a:pt x="452018" y="200660"/>
                  </a:lnTo>
                  <a:lnTo>
                    <a:pt x="532130" y="200660"/>
                  </a:lnTo>
                  <a:lnTo>
                    <a:pt x="532130" y="58420"/>
                  </a:lnTo>
                  <a:lnTo>
                    <a:pt x="588238" y="58420"/>
                  </a:lnTo>
                  <a:lnTo>
                    <a:pt x="588238" y="0"/>
                  </a:lnTo>
                  <a:close/>
                </a:path>
                <a:path w="805815" h="200659">
                  <a:moveTo>
                    <a:pt x="805535" y="200444"/>
                  </a:moveTo>
                  <a:lnTo>
                    <a:pt x="728522" y="0"/>
                  </a:lnTo>
                  <a:lnTo>
                    <a:pt x="644359" y="0"/>
                  </a:lnTo>
                  <a:lnTo>
                    <a:pt x="569544" y="200444"/>
                  </a:lnTo>
                  <a:lnTo>
                    <a:pt x="644359" y="200444"/>
                  </a:lnTo>
                  <a:lnTo>
                    <a:pt x="686130" y="81051"/>
                  </a:lnTo>
                  <a:lnTo>
                    <a:pt x="728522" y="200444"/>
                  </a:lnTo>
                  <a:lnTo>
                    <a:pt x="805535" y="200444"/>
                  </a:lnTo>
                  <a:close/>
                </a:path>
              </a:pathLst>
            </a:custGeom>
            <a:solidFill>
              <a:srgbClr val="FFFFFF"/>
            </a:solidFill>
          </p:spPr>
          <p:txBody>
            <a:bodyPr wrap="square" lIns="0" tIns="0" rIns="0" bIns="0" rtlCol="0"/>
            <a:lstStyle/>
            <a:p>
              <a:endParaRPr sz="1092"/>
            </a:p>
          </p:txBody>
        </p:sp>
        <p:sp>
          <p:nvSpPr>
            <p:cNvPr id="11" name="object 11">
              <a:extLst>
                <a:ext uri="{FF2B5EF4-FFF2-40B4-BE49-F238E27FC236}">
                  <a16:creationId xmlns:a16="http://schemas.microsoft.com/office/drawing/2014/main" id="{1196FCAB-820E-F6AB-F9B9-19531AB329CB}"/>
                </a:ext>
              </a:extLst>
            </p:cNvPr>
            <p:cNvSpPr/>
            <p:nvPr/>
          </p:nvSpPr>
          <p:spPr>
            <a:xfrm>
              <a:off x="19002833" y="303332"/>
              <a:ext cx="147320" cy="200660"/>
            </a:xfrm>
            <a:custGeom>
              <a:avLst/>
              <a:gdLst/>
              <a:ahLst/>
              <a:cxnLst/>
              <a:rect l="l" t="t" r="r" b="b"/>
              <a:pathLst>
                <a:path w="147319" h="200659">
                  <a:moveTo>
                    <a:pt x="147281" y="142240"/>
                  </a:moveTo>
                  <a:lnTo>
                    <a:pt x="70675" y="142240"/>
                  </a:lnTo>
                  <a:lnTo>
                    <a:pt x="70675" y="0"/>
                  </a:lnTo>
                  <a:lnTo>
                    <a:pt x="0" y="0"/>
                  </a:lnTo>
                  <a:lnTo>
                    <a:pt x="0" y="142240"/>
                  </a:lnTo>
                  <a:lnTo>
                    <a:pt x="0" y="200660"/>
                  </a:lnTo>
                  <a:lnTo>
                    <a:pt x="147281" y="200660"/>
                  </a:lnTo>
                  <a:lnTo>
                    <a:pt x="147281" y="142240"/>
                  </a:lnTo>
                  <a:close/>
                </a:path>
              </a:pathLst>
            </a:custGeom>
            <a:solidFill>
              <a:srgbClr val="ED0080"/>
            </a:solidFill>
          </p:spPr>
          <p:txBody>
            <a:bodyPr wrap="square" lIns="0" tIns="0" rIns="0" bIns="0" rtlCol="0"/>
            <a:lstStyle/>
            <a:p>
              <a:endParaRPr sz="1092"/>
            </a:p>
          </p:txBody>
        </p:sp>
        <p:pic>
          <p:nvPicPr>
            <p:cNvPr id="12" name="object 12">
              <a:extLst>
                <a:ext uri="{FF2B5EF4-FFF2-40B4-BE49-F238E27FC236}">
                  <a16:creationId xmlns:a16="http://schemas.microsoft.com/office/drawing/2014/main" id="{F450DFBB-85BF-8DED-A10A-507AA5657845}"/>
                </a:ext>
              </a:extLst>
            </p:cNvPr>
            <p:cNvPicPr/>
            <p:nvPr/>
          </p:nvPicPr>
          <p:blipFill>
            <a:blip r:embed="rId3" cstate="email">
              <a:extLst>
                <a:ext uri="{28A0092B-C50C-407E-A947-70E740481C1C}">
                  <a14:useLocalDpi xmlns:a14="http://schemas.microsoft.com/office/drawing/2010/main"/>
                </a:ext>
              </a:extLst>
            </a:blip>
            <a:stretch>
              <a:fillRect/>
            </a:stretch>
          </p:blipFill>
          <p:spPr>
            <a:xfrm>
              <a:off x="18798201" y="303316"/>
              <a:ext cx="180088" cy="200454"/>
            </a:xfrm>
            <a:prstGeom prst="rect">
              <a:avLst/>
            </a:prstGeom>
          </p:spPr>
        </p:pic>
        <p:pic>
          <p:nvPicPr>
            <p:cNvPr id="13" name="object 13">
              <a:extLst>
                <a:ext uri="{FF2B5EF4-FFF2-40B4-BE49-F238E27FC236}">
                  <a16:creationId xmlns:a16="http://schemas.microsoft.com/office/drawing/2014/main" id="{582F396B-8A73-B463-298C-C766B53E5E4E}"/>
                </a:ext>
              </a:extLst>
            </p:cNvPr>
            <p:cNvPicPr/>
            <p:nvPr/>
          </p:nvPicPr>
          <p:blipFill>
            <a:blip r:embed="rId4" cstate="email">
              <a:extLst>
                <a:ext uri="{28A0092B-C50C-407E-A947-70E740481C1C}">
                  <a14:useLocalDpi xmlns:a14="http://schemas.microsoft.com/office/drawing/2010/main"/>
                </a:ext>
              </a:extLst>
            </a:blip>
            <a:stretch>
              <a:fillRect/>
            </a:stretch>
          </p:blipFill>
          <p:spPr>
            <a:xfrm>
              <a:off x="19171547" y="303321"/>
              <a:ext cx="429949" cy="200444"/>
            </a:xfrm>
            <a:prstGeom prst="rect">
              <a:avLst/>
            </a:prstGeom>
          </p:spPr>
        </p:pic>
      </p:grpSp>
      <p:sp>
        <p:nvSpPr>
          <p:cNvPr id="15" name="TextBox 14">
            <a:extLst>
              <a:ext uri="{FF2B5EF4-FFF2-40B4-BE49-F238E27FC236}">
                <a16:creationId xmlns:a16="http://schemas.microsoft.com/office/drawing/2014/main" id="{59230649-4AC2-9190-B139-2C2C26B4F1FD}"/>
              </a:ext>
            </a:extLst>
          </p:cNvPr>
          <p:cNvSpPr txBox="1"/>
          <p:nvPr/>
        </p:nvSpPr>
        <p:spPr>
          <a:xfrm>
            <a:off x="339631" y="2408901"/>
            <a:ext cx="10611904" cy="3951019"/>
          </a:xfrm>
          <a:prstGeom prst="rect">
            <a:avLst/>
          </a:prstGeom>
          <a:ln/>
        </p:spPr>
        <p:style>
          <a:lnRef idx="2">
            <a:schemeClr val="accent5"/>
          </a:lnRef>
          <a:fillRef idx="1">
            <a:schemeClr val="lt1"/>
          </a:fillRef>
          <a:effectRef idx="0">
            <a:schemeClr val="accent5"/>
          </a:effectRef>
          <a:fontRef idx="minor">
            <a:schemeClr val="dk1"/>
          </a:fontRef>
        </p:style>
        <p:txBody>
          <a:bodyPr wrap="square" rtlCol="0">
            <a:noAutofit/>
          </a:bodyPr>
          <a:lstStyle/>
          <a:p>
            <a:endParaRPr lang="en-US" sz="2122" b="1" dirty="0">
              <a:latin typeface="Volte Play" pitchFamily="50" charset="0"/>
            </a:endParaRPr>
          </a:p>
        </p:txBody>
      </p:sp>
      <p:sp>
        <p:nvSpPr>
          <p:cNvPr id="7" name="Title 1">
            <a:extLst>
              <a:ext uri="{FF2B5EF4-FFF2-40B4-BE49-F238E27FC236}">
                <a16:creationId xmlns:a16="http://schemas.microsoft.com/office/drawing/2014/main" id="{ED7E22EC-D192-9DC3-F151-7302B227147E}"/>
              </a:ext>
            </a:extLst>
          </p:cNvPr>
          <p:cNvSpPr txBox="1">
            <a:spLocks/>
          </p:cNvSpPr>
          <p:nvPr/>
        </p:nvSpPr>
        <p:spPr>
          <a:xfrm>
            <a:off x="339631" y="1211871"/>
            <a:ext cx="13323206" cy="513319"/>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10855" b="0" i="0" kern="1200">
                <a:solidFill>
                  <a:srgbClr val="5A3695"/>
                </a:solidFill>
                <a:latin typeface="VoltePlay-Medium"/>
                <a:ea typeface="+mj-ea"/>
                <a:cs typeface="VoltePlay-Medium"/>
              </a:defRPr>
            </a:lvl1pPr>
          </a:lstStyle>
          <a:p>
            <a:endParaRPr lang="en-IN" sz="1800" b="1" dirty="0">
              <a:solidFill>
                <a:schemeClr val="tx1"/>
              </a:solidFill>
            </a:endParaRPr>
          </a:p>
          <a:p>
            <a:r>
              <a:rPr lang="en-IN" sz="1800" b="1" dirty="0">
                <a:solidFill>
                  <a:schemeClr val="tx1"/>
                </a:solidFill>
              </a:rPr>
              <a:t>Step 1 : </a:t>
            </a:r>
          </a:p>
          <a:p>
            <a:r>
              <a:rPr lang="en-US" sz="1800" dirty="0">
                <a:solidFill>
                  <a:schemeClr val="tx1"/>
                </a:solidFill>
              </a:rPr>
              <a:t>As Participant log in into the system.</a:t>
            </a:r>
            <a:br>
              <a:rPr lang="en-US" sz="1800" dirty="0">
                <a:solidFill>
                  <a:schemeClr val="tx1"/>
                </a:solidFill>
              </a:rPr>
            </a:br>
            <a:r>
              <a:rPr lang="en-US" sz="1800" dirty="0">
                <a:solidFill>
                  <a:schemeClr val="tx1"/>
                </a:solidFill>
              </a:rPr>
              <a:t>Me &gt; Career and Performance &gt; Feedback</a:t>
            </a:r>
            <a:endParaRPr lang="en-IN" sz="1800" dirty="0">
              <a:solidFill>
                <a:schemeClr val="tx1"/>
              </a:solidFill>
            </a:endParaRPr>
          </a:p>
        </p:txBody>
      </p:sp>
      <p:pic>
        <p:nvPicPr>
          <p:cNvPr id="5" name="Picture 4">
            <a:extLst>
              <a:ext uri="{FF2B5EF4-FFF2-40B4-BE49-F238E27FC236}">
                <a16:creationId xmlns:a16="http://schemas.microsoft.com/office/drawing/2014/main" id="{DAC744D5-B7DE-88F7-465C-28BF3B4D7D49}"/>
              </a:ext>
            </a:extLst>
          </p:cNvPr>
          <p:cNvPicPr>
            <a:picLocks noChangeAspect="1"/>
          </p:cNvPicPr>
          <p:nvPr/>
        </p:nvPicPr>
        <p:blipFill>
          <a:blip r:embed="rId5"/>
          <a:stretch>
            <a:fillRect/>
          </a:stretch>
        </p:blipFill>
        <p:spPr>
          <a:xfrm>
            <a:off x="435934" y="2454469"/>
            <a:ext cx="4731489" cy="3825516"/>
          </a:xfrm>
          <a:prstGeom prst="rect">
            <a:avLst/>
          </a:prstGeom>
        </p:spPr>
      </p:pic>
      <p:pic>
        <p:nvPicPr>
          <p:cNvPr id="6" name="Picture 5">
            <a:extLst>
              <a:ext uri="{FF2B5EF4-FFF2-40B4-BE49-F238E27FC236}">
                <a16:creationId xmlns:a16="http://schemas.microsoft.com/office/drawing/2014/main" id="{3FE4AD02-A227-8B14-260F-A99DB615BDE4}"/>
              </a:ext>
            </a:extLst>
          </p:cNvPr>
          <p:cNvPicPr>
            <a:picLocks noChangeAspect="1"/>
          </p:cNvPicPr>
          <p:nvPr/>
        </p:nvPicPr>
        <p:blipFill>
          <a:blip r:embed="rId6"/>
          <a:stretch>
            <a:fillRect/>
          </a:stretch>
        </p:blipFill>
        <p:spPr>
          <a:xfrm>
            <a:off x="5267396" y="2454469"/>
            <a:ext cx="5391939" cy="2724290"/>
          </a:xfrm>
          <a:prstGeom prst="rect">
            <a:avLst/>
          </a:prstGeom>
        </p:spPr>
      </p:pic>
    </p:spTree>
    <p:extLst>
      <p:ext uri="{BB962C8B-B14F-4D97-AF65-F5344CB8AC3E}">
        <p14:creationId xmlns:p14="http://schemas.microsoft.com/office/powerpoint/2010/main" val="992184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31168-39EB-6120-80E4-717B0EFF344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1891624-FA33-AC31-033F-8EAF659532E3}"/>
              </a:ext>
            </a:extLst>
          </p:cNvPr>
          <p:cNvSpPr/>
          <p:nvPr/>
        </p:nvSpPr>
        <p:spPr>
          <a:xfrm>
            <a:off x="428" y="42979"/>
            <a:ext cx="12191144" cy="485181"/>
          </a:xfrm>
          <a:custGeom>
            <a:avLst/>
            <a:gdLst/>
            <a:ahLst/>
            <a:cxnLst/>
            <a:rect l="l" t="t" r="r" b="b"/>
            <a:pathLst>
              <a:path w="20104100" h="800100">
                <a:moveTo>
                  <a:pt x="20104099" y="0"/>
                </a:moveTo>
                <a:lnTo>
                  <a:pt x="0" y="0"/>
                </a:lnTo>
                <a:lnTo>
                  <a:pt x="0" y="799912"/>
                </a:lnTo>
                <a:lnTo>
                  <a:pt x="20104099" y="799912"/>
                </a:lnTo>
                <a:lnTo>
                  <a:pt x="20104099" y="0"/>
                </a:lnTo>
                <a:close/>
              </a:path>
            </a:pathLst>
          </a:custGeom>
          <a:solidFill>
            <a:srgbClr val="382A7E"/>
          </a:solidFill>
        </p:spPr>
        <p:txBody>
          <a:bodyPr wrap="square" lIns="0" tIns="0" rIns="0" bIns="0" rtlCol="0"/>
          <a:lstStyle/>
          <a:p>
            <a:endParaRPr sz="1092"/>
          </a:p>
        </p:txBody>
      </p:sp>
      <p:sp>
        <p:nvSpPr>
          <p:cNvPr id="4" name="object 4">
            <a:extLst>
              <a:ext uri="{FF2B5EF4-FFF2-40B4-BE49-F238E27FC236}">
                <a16:creationId xmlns:a16="http://schemas.microsoft.com/office/drawing/2014/main" id="{80792310-5E75-F6D4-1D14-8CFE797311BB}"/>
              </a:ext>
            </a:extLst>
          </p:cNvPr>
          <p:cNvSpPr txBox="1">
            <a:spLocks noGrp="1"/>
          </p:cNvSpPr>
          <p:nvPr>
            <p:ph type="title"/>
          </p:nvPr>
        </p:nvSpPr>
        <p:spPr>
          <a:xfrm>
            <a:off x="294964" y="600999"/>
            <a:ext cx="3604204" cy="582105"/>
          </a:xfrm>
          <a:prstGeom prst="rect">
            <a:avLst/>
          </a:prstGeom>
        </p:spPr>
        <p:txBody>
          <a:bodyPr vert="horz" wrap="square" lIns="0" tIns="8086" rIns="0" bIns="0" rtlCol="0" anchor="ctr">
            <a:spAutoFit/>
          </a:bodyPr>
          <a:lstStyle/>
          <a:p>
            <a:pPr marL="7701">
              <a:lnSpc>
                <a:spcPts val="4897"/>
              </a:lnSpc>
              <a:spcBef>
                <a:spcPts val="64"/>
              </a:spcBef>
            </a:pPr>
            <a:r>
              <a:rPr lang="en-IN" sz="3032" spc="-124" dirty="0">
                <a:solidFill>
                  <a:srgbClr val="DE198E"/>
                </a:solidFill>
                <a:latin typeface="Volte Play"/>
                <a:ea typeface="+mn-ea"/>
              </a:rPr>
              <a:t>Participant Feedback </a:t>
            </a:r>
          </a:p>
        </p:txBody>
      </p:sp>
      <p:grpSp>
        <p:nvGrpSpPr>
          <p:cNvPr id="9" name="object 9">
            <a:extLst>
              <a:ext uri="{FF2B5EF4-FFF2-40B4-BE49-F238E27FC236}">
                <a16:creationId xmlns:a16="http://schemas.microsoft.com/office/drawing/2014/main" id="{BA0FE6FA-766D-C062-336C-A50DDAE5E165}"/>
              </a:ext>
            </a:extLst>
          </p:cNvPr>
          <p:cNvGrpSpPr/>
          <p:nvPr/>
        </p:nvGrpSpPr>
        <p:grpSpPr>
          <a:xfrm>
            <a:off x="10864522" y="183931"/>
            <a:ext cx="1022346" cy="121680"/>
            <a:chOff x="17915695" y="303316"/>
            <a:chExt cx="1685925" cy="200660"/>
          </a:xfrm>
        </p:grpSpPr>
        <p:sp>
          <p:nvSpPr>
            <p:cNvPr id="10" name="object 10">
              <a:extLst>
                <a:ext uri="{FF2B5EF4-FFF2-40B4-BE49-F238E27FC236}">
                  <a16:creationId xmlns:a16="http://schemas.microsoft.com/office/drawing/2014/main" id="{D99897FA-2C56-07F6-A7AE-2AB525851A3F}"/>
                </a:ext>
              </a:extLst>
            </p:cNvPr>
            <p:cNvSpPr/>
            <p:nvPr/>
          </p:nvSpPr>
          <p:spPr>
            <a:xfrm>
              <a:off x="17915687" y="303332"/>
              <a:ext cx="805815" cy="200660"/>
            </a:xfrm>
            <a:custGeom>
              <a:avLst/>
              <a:gdLst/>
              <a:ahLst/>
              <a:cxnLst/>
              <a:rect l="l" t="t" r="r" b="b"/>
              <a:pathLst>
                <a:path w="805815" h="200659">
                  <a:moveTo>
                    <a:pt x="193268" y="0"/>
                  </a:moveTo>
                  <a:lnTo>
                    <a:pt x="0" y="0"/>
                  </a:lnTo>
                  <a:lnTo>
                    <a:pt x="0" y="58420"/>
                  </a:lnTo>
                  <a:lnTo>
                    <a:pt x="57365" y="58420"/>
                  </a:lnTo>
                  <a:lnTo>
                    <a:pt x="57365" y="200660"/>
                  </a:lnTo>
                  <a:lnTo>
                    <a:pt x="137160" y="200660"/>
                  </a:lnTo>
                  <a:lnTo>
                    <a:pt x="137160" y="58420"/>
                  </a:lnTo>
                  <a:lnTo>
                    <a:pt x="193268" y="58420"/>
                  </a:lnTo>
                  <a:lnTo>
                    <a:pt x="193268" y="0"/>
                  </a:lnTo>
                  <a:close/>
                </a:path>
                <a:path w="805815" h="200659">
                  <a:moveTo>
                    <a:pt x="411492" y="200444"/>
                  </a:moveTo>
                  <a:lnTo>
                    <a:pt x="334810" y="0"/>
                  </a:lnTo>
                  <a:lnTo>
                    <a:pt x="250634" y="0"/>
                  </a:lnTo>
                  <a:lnTo>
                    <a:pt x="175818" y="200444"/>
                  </a:lnTo>
                  <a:lnTo>
                    <a:pt x="250634" y="200444"/>
                  </a:lnTo>
                  <a:lnTo>
                    <a:pt x="292100" y="81051"/>
                  </a:lnTo>
                  <a:lnTo>
                    <a:pt x="334810" y="200444"/>
                  </a:lnTo>
                  <a:lnTo>
                    <a:pt x="411492" y="200444"/>
                  </a:lnTo>
                  <a:close/>
                </a:path>
                <a:path w="805815" h="200659">
                  <a:moveTo>
                    <a:pt x="588238" y="0"/>
                  </a:moveTo>
                  <a:lnTo>
                    <a:pt x="394970" y="0"/>
                  </a:lnTo>
                  <a:lnTo>
                    <a:pt x="394970" y="58420"/>
                  </a:lnTo>
                  <a:lnTo>
                    <a:pt x="452018" y="58420"/>
                  </a:lnTo>
                  <a:lnTo>
                    <a:pt x="452018" y="200660"/>
                  </a:lnTo>
                  <a:lnTo>
                    <a:pt x="532130" y="200660"/>
                  </a:lnTo>
                  <a:lnTo>
                    <a:pt x="532130" y="58420"/>
                  </a:lnTo>
                  <a:lnTo>
                    <a:pt x="588238" y="58420"/>
                  </a:lnTo>
                  <a:lnTo>
                    <a:pt x="588238" y="0"/>
                  </a:lnTo>
                  <a:close/>
                </a:path>
                <a:path w="805815" h="200659">
                  <a:moveTo>
                    <a:pt x="805535" y="200444"/>
                  </a:moveTo>
                  <a:lnTo>
                    <a:pt x="728522" y="0"/>
                  </a:lnTo>
                  <a:lnTo>
                    <a:pt x="644359" y="0"/>
                  </a:lnTo>
                  <a:lnTo>
                    <a:pt x="569544" y="200444"/>
                  </a:lnTo>
                  <a:lnTo>
                    <a:pt x="644359" y="200444"/>
                  </a:lnTo>
                  <a:lnTo>
                    <a:pt x="686130" y="81051"/>
                  </a:lnTo>
                  <a:lnTo>
                    <a:pt x="728522" y="200444"/>
                  </a:lnTo>
                  <a:lnTo>
                    <a:pt x="805535" y="200444"/>
                  </a:lnTo>
                  <a:close/>
                </a:path>
              </a:pathLst>
            </a:custGeom>
            <a:solidFill>
              <a:srgbClr val="FFFFFF"/>
            </a:solidFill>
          </p:spPr>
          <p:txBody>
            <a:bodyPr wrap="square" lIns="0" tIns="0" rIns="0" bIns="0" rtlCol="0"/>
            <a:lstStyle/>
            <a:p>
              <a:endParaRPr sz="1092"/>
            </a:p>
          </p:txBody>
        </p:sp>
        <p:sp>
          <p:nvSpPr>
            <p:cNvPr id="11" name="object 11">
              <a:extLst>
                <a:ext uri="{FF2B5EF4-FFF2-40B4-BE49-F238E27FC236}">
                  <a16:creationId xmlns:a16="http://schemas.microsoft.com/office/drawing/2014/main" id="{AE6AEAB1-B623-D629-5A67-56CC7D2E1ED7}"/>
                </a:ext>
              </a:extLst>
            </p:cNvPr>
            <p:cNvSpPr/>
            <p:nvPr/>
          </p:nvSpPr>
          <p:spPr>
            <a:xfrm>
              <a:off x="19002833" y="303332"/>
              <a:ext cx="147320" cy="200660"/>
            </a:xfrm>
            <a:custGeom>
              <a:avLst/>
              <a:gdLst/>
              <a:ahLst/>
              <a:cxnLst/>
              <a:rect l="l" t="t" r="r" b="b"/>
              <a:pathLst>
                <a:path w="147319" h="200659">
                  <a:moveTo>
                    <a:pt x="147281" y="142240"/>
                  </a:moveTo>
                  <a:lnTo>
                    <a:pt x="70675" y="142240"/>
                  </a:lnTo>
                  <a:lnTo>
                    <a:pt x="70675" y="0"/>
                  </a:lnTo>
                  <a:lnTo>
                    <a:pt x="0" y="0"/>
                  </a:lnTo>
                  <a:lnTo>
                    <a:pt x="0" y="142240"/>
                  </a:lnTo>
                  <a:lnTo>
                    <a:pt x="0" y="200660"/>
                  </a:lnTo>
                  <a:lnTo>
                    <a:pt x="147281" y="200660"/>
                  </a:lnTo>
                  <a:lnTo>
                    <a:pt x="147281" y="142240"/>
                  </a:lnTo>
                  <a:close/>
                </a:path>
              </a:pathLst>
            </a:custGeom>
            <a:solidFill>
              <a:srgbClr val="ED0080"/>
            </a:solidFill>
          </p:spPr>
          <p:txBody>
            <a:bodyPr wrap="square" lIns="0" tIns="0" rIns="0" bIns="0" rtlCol="0"/>
            <a:lstStyle/>
            <a:p>
              <a:endParaRPr sz="1092"/>
            </a:p>
          </p:txBody>
        </p:sp>
        <p:pic>
          <p:nvPicPr>
            <p:cNvPr id="12" name="object 12">
              <a:extLst>
                <a:ext uri="{FF2B5EF4-FFF2-40B4-BE49-F238E27FC236}">
                  <a16:creationId xmlns:a16="http://schemas.microsoft.com/office/drawing/2014/main" id="{8A4D194B-02AA-777F-56D2-4FDD523B2244}"/>
                </a:ext>
              </a:extLst>
            </p:cNvPr>
            <p:cNvPicPr/>
            <p:nvPr/>
          </p:nvPicPr>
          <p:blipFill>
            <a:blip r:embed="rId3" cstate="email">
              <a:extLst>
                <a:ext uri="{28A0092B-C50C-407E-A947-70E740481C1C}">
                  <a14:useLocalDpi xmlns:a14="http://schemas.microsoft.com/office/drawing/2010/main"/>
                </a:ext>
              </a:extLst>
            </a:blip>
            <a:stretch>
              <a:fillRect/>
            </a:stretch>
          </p:blipFill>
          <p:spPr>
            <a:xfrm>
              <a:off x="18798201" y="303316"/>
              <a:ext cx="180088" cy="200454"/>
            </a:xfrm>
            <a:prstGeom prst="rect">
              <a:avLst/>
            </a:prstGeom>
          </p:spPr>
        </p:pic>
        <p:pic>
          <p:nvPicPr>
            <p:cNvPr id="13" name="object 13">
              <a:extLst>
                <a:ext uri="{FF2B5EF4-FFF2-40B4-BE49-F238E27FC236}">
                  <a16:creationId xmlns:a16="http://schemas.microsoft.com/office/drawing/2014/main" id="{132E04FF-5DE1-2650-1525-5C8051DCCEEF}"/>
                </a:ext>
              </a:extLst>
            </p:cNvPr>
            <p:cNvPicPr/>
            <p:nvPr/>
          </p:nvPicPr>
          <p:blipFill>
            <a:blip r:embed="rId4" cstate="email">
              <a:extLst>
                <a:ext uri="{28A0092B-C50C-407E-A947-70E740481C1C}">
                  <a14:useLocalDpi xmlns:a14="http://schemas.microsoft.com/office/drawing/2010/main"/>
                </a:ext>
              </a:extLst>
            </a:blip>
            <a:stretch>
              <a:fillRect/>
            </a:stretch>
          </p:blipFill>
          <p:spPr>
            <a:xfrm>
              <a:off x="19171547" y="303321"/>
              <a:ext cx="429949" cy="200444"/>
            </a:xfrm>
            <a:prstGeom prst="rect">
              <a:avLst/>
            </a:prstGeom>
          </p:spPr>
        </p:pic>
      </p:grpSp>
      <p:sp>
        <p:nvSpPr>
          <p:cNvPr id="15" name="TextBox 14">
            <a:extLst>
              <a:ext uri="{FF2B5EF4-FFF2-40B4-BE49-F238E27FC236}">
                <a16:creationId xmlns:a16="http://schemas.microsoft.com/office/drawing/2014/main" id="{F16DF182-8558-B929-CA59-689619769B05}"/>
              </a:ext>
            </a:extLst>
          </p:cNvPr>
          <p:cNvSpPr txBox="1"/>
          <p:nvPr/>
        </p:nvSpPr>
        <p:spPr>
          <a:xfrm>
            <a:off x="339631" y="2408901"/>
            <a:ext cx="10611904" cy="3951019"/>
          </a:xfrm>
          <a:prstGeom prst="rect">
            <a:avLst/>
          </a:prstGeom>
          <a:ln/>
        </p:spPr>
        <p:style>
          <a:lnRef idx="2">
            <a:schemeClr val="accent5"/>
          </a:lnRef>
          <a:fillRef idx="1">
            <a:schemeClr val="lt1"/>
          </a:fillRef>
          <a:effectRef idx="0">
            <a:schemeClr val="accent5"/>
          </a:effectRef>
          <a:fontRef idx="minor">
            <a:schemeClr val="dk1"/>
          </a:fontRef>
        </p:style>
        <p:txBody>
          <a:bodyPr wrap="square" rtlCol="0">
            <a:noAutofit/>
          </a:bodyPr>
          <a:lstStyle/>
          <a:p>
            <a:endParaRPr lang="en-US" sz="2122" b="1" dirty="0">
              <a:latin typeface="Volte Play" pitchFamily="50" charset="0"/>
            </a:endParaRPr>
          </a:p>
        </p:txBody>
      </p:sp>
      <p:sp>
        <p:nvSpPr>
          <p:cNvPr id="7" name="Title 1">
            <a:extLst>
              <a:ext uri="{FF2B5EF4-FFF2-40B4-BE49-F238E27FC236}">
                <a16:creationId xmlns:a16="http://schemas.microsoft.com/office/drawing/2014/main" id="{85DAB2F9-574A-4F34-FA18-AE70143FA63E}"/>
              </a:ext>
            </a:extLst>
          </p:cNvPr>
          <p:cNvSpPr txBox="1">
            <a:spLocks/>
          </p:cNvSpPr>
          <p:nvPr/>
        </p:nvSpPr>
        <p:spPr>
          <a:xfrm>
            <a:off x="339631" y="1211871"/>
            <a:ext cx="13323206" cy="513319"/>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10855" b="0" i="0" kern="1200">
                <a:solidFill>
                  <a:srgbClr val="5A3695"/>
                </a:solidFill>
                <a:latin typeface="VoltePlay-Medium"/>
                <a:ea typeface="+mj-ea"/>
                <a:cs typeface="VoltePlay-Medium"/>
              </a:defRPr>
            </a:lvl1pPr>
          </a:lstStyle>
          <a:p>
            <a:endParaRPr lang="en-IN" sz="1800" b="1" dirty="0">
              <a:solidFill>
                <a:schemeClr val="tx1"/>
              </a:solidFill>
            </a:endParaRPr>
          </a:p>
          <a:p>
            <a:r>
              <a:rPr lang="en-IN" sz="1800" b="1" dirty="0">
                <a:solidFill>
                  <a:schemeClr val="tx1"/>
                </a:solidFill>
              </a:rPr>
              <a:t>Step 2 : </a:t>
            </a:r>
          </a:p>
          <a:p>
            <a:r>
              <a:rPr lang="en-US" sz="1800" dirty="0">
                <a:solidFill>
                  <a:schemeClr val="tx1"/>
                </a:solidFill>
              </a:rPr>
              <a:t>As the feedback requests will appear in the Feedback Requests about others section.</a:t>
            </a:r>
            <a:br>
              <a:rPr lang="en-US" sz="1800" dirty="0">
                <a:solidFill>
                  <a:schemeClr val="tx1"/>
                </a:solidFill>
              </a:rPr>
            </a:br>
            <a:r>
              <a:rPr lang="en-US" sz="1800" dirty="0">
                <a:solidFill>
                  <a:schemeClr val="tx1"/>
                </a:solidFill>
              </a:rPr>
              <a:t>Click on the edit icon right next to the document to provide feedback</a:t>
            </a:r>
            <a:r>
              <a:rPr lang="en-US" sz="1800" b="1" dirty="0">
                <a:solidFill>
                  <a:schemeClr val="tx1"/>
                </a:solidFill>
              </a:rPr>
              <a:t>.</a:t>
            </a:r>
            <a:endParaRPr lang="en-IN" sz="1800" b="1" dirty="0">
              <a:solidFill>
                <a:schemeClr val="tx1"/>
              </a:solidFill>
            </a:endParaRPr>
          </a:p>
        </p:txBody>
      </p:sp>
      <p:pic>
        <p:nvPicPr>
          <p:cNvPr id="3" name="Picture 2">
            <a:extLst>
              <a:ext uri="{FF2B5EF4-FFF2-40B4-BE49-F238E27FC236}">
                <a16:creationId xmlns:a16="http://schemas.microsoft.com/office/drawing/2014/main" id="{837FCB09-7AB2-AA44-277A-9A8DDC2F33DE}"/>
              </a:ext>
            </a:extLst>
          </p:cNvPr>
          <p:cNvPicPr>
            <a:picLocks noChangeAspect="1"/>
          </p:cNvPicPr>
          <p:nvPr/>
        </p:nvPicPr>
        <p:blipFill>
          <a:blip r:embed="rId5"/>
          <a:srcRect t="51834"/>
          <a:stretch>
            <a:fillRect/>
          </a:stretch>
        </p:blipFill>
        <p:spPr>
          <a:xfrm>
            <a:off x="583987" y="2893624"/>
            <a:ext cx="7862172" cy="2136748"/>
          </a:xfrm>
          <a:prstGeom prst="rect">
            <a:avLst/>
          </a:prstGeom>
        </p:spPr>
      </p:pic>
      <p:sp>
        <p:nvSpPr>
          <p:cNvPr id="8" name="Rectangle 7">
            <a:extLst>
              <a:ext uri="{FF2B5EF4-FFF2-40B4-BE49-F238E27FC236}">
                <a16:creationId xmlns:a16="http://schemas.microsoft.com/office/drawing/2014/main" id="{62E5FAD7-1674-A819-84B0-45968416239B}"/>
              </a:ext>
            </a:extLst>
          </p:cNvPr>
          <p:cNvSpPr/>
          <p:nvPr/>
        </p:nvSpPr>
        <p:spPr>
          <a:xfrm>
            <a:off x="882502" y="4210493"/>
            <a:ext cx="1446028" cy="340242"/>
          </a:xfrm>
          <a:prstGeom prst="rect">
            <a:avLst/>
          </a:prstGeom>
          <a:solidFill>
            <a:srgbClr val="FBF9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14F37D43-999A-7E89-345D-FB6ED9365069}"/>
              </a:ext>
            </a:extLst>
          </p:cNvPr>
          <p:cNvSpPr/>
          <p:nvPr/>
        </p:nvSpPr>
        <p:spPr>
          <a:xfrm>
            <a:off x="2640418" y="4732660"/>
            <a:ext cx="868326" cy="83889"/>
          </a:xfrm>
          <a:prstGeom prst="rect">
            <a:avLst/>
          </a:prstGeom>
          <a:solidFill>
            <a:srgbClr val="FBF9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42016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D4996-5EA2-9F0B-8766-73D0C8E82C2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8369318-ADAF-BE5D-65FE-ACCDC7493A06}"/>
              </a:ext>
            </a:extLst>
          </p:cNvPr>
          <p:cNvSpPr/>
          <p:nvPr/>
        </p:nvSpPr>
        <p:spPr>
          <a:xfrm>
            <a:off x="428" y="42979"/>
            <a:ext cx="12191144" cy="485181"/>
          </a:xfrm>
          <a:custGeom>
            <a:avLst/>
            <a:gdLst/>
            <a:ahLst/>
            <a:cxnLst/>
            <a:rect l="l" t="t" r="r" b="b"/>
            <a:pathLst>
              <a:path w="20104100" h="800100">
                <a:moveTo>
                  <a:pt x="20104099" y="0"/>
                </a:moveTo>
                <a:lnTo>
                  <a:pt x="0" y="0"/>
                </a:lnTo>
                <a:lnTo>
                  <a:pt x="0" y="799912"/>
                </a:lnTo>
                <a:lnTo>
                  <a:pt x="20104099" y="799912"/>
                </a:lnTo>
                <a:lnTo>
                  <a:pt x="20104099" y="0"/>
                </a:lnTo>
                <a:close/>
              </a:path>
            </a:pathLst>
          </a:custGeom>
          <a:solidFill>
            <a:srgbClr val="382A7E"/>
          </a:solidFill>
        </p:spPr>
        <p:txBody>
          <a:bodyPr wrap="square" lIns="0" tIns="0" rIns="0" bIns="0" rtlCol="0"/>
          <a:lstStyle/>
          <a:p>
            <a:endParaRPr sz="1092"/>
          </a:p>
        </p:txBody>
      </p:sp>
      <p:sp>
        <p:nvSpPr>
          <p:cNvPr id="4" name="object 4">
            <a:extLst>
              <a:ext uri="{FF2B5EF4-FFF2-40B4-BE49-F238E27FC236}">
                <a16:creationId xmlns:a16="http://schemas.microsoft.com/office/drawing/2014/main" id="{7DAF4D49-F8F0-F3E7-B764-C65EB1A11D5F}"/>
              </a:ext>
            </a:extLst>
          </p:cNvPr>
          <p:cNvSpPr txBox="1">
            <a:spLocks noGrp="1"/>
          </p:cNvSpPr>
          <p:nvPr>
            <p:ph type="title"/>
          </p:nvPr>
        </p:nvSpPr>
        <p:spPr>
          <a:xfrm>
            <a:off x="294964" y="600999"/>
            <a:ext cx="3604204" cy="582105"/>
          </a:xfrm>
          <a:prstGeom prst="rect">
            <a:avLst/>
          </a:prstGeom>
        </p:spPr>
        <p:txBody>
          <a:bodyPr vert="horz" wrap="square" lIns="0" tIns="8086" rIns="0" bIns="0" rtlCol="0" anchor="ctr">
            <a:spAutoFit/>
          </a:bodyPr>
          <a:lstStyle/>
          <a:p>
            <a:pPr marL="7701">
              <a:lnSpc>
                <a:spcPts val="4897"/>
              </a:lnSpc>
              <a:spcBef>
                <a:spcPts val="64"/>
              </a:spcBef>
            </a:pPr>
            <a:r>
              <a:rPr lang="en-IN" sz="3032" spc="-124" dirty="0">
                <a:solidFill>
                  <a:srgbClr val="DE198E"/>
                </a:solidFill>
                <a:latin typeface="Volte Play"/>
                <a:ea typeface="+mn-ea"/>
              </a:rPr>
              <a:t>Participant Feedback </a:t>
            </a:r>
          </a:p>
        </p:txBody>
      </p:sp>
      <p:grpSp>
        <p:nvGrpSpPr>
          <p:cNvPr id="9" name="object 9">
            <a:extLst>
              <a:ext uri="{FF2B5EF4-FFF2-40B4-BE49-F238E27FC236}">
                <a16:creationId xmlns:a16="http://schemas.microsoft.com/office/drawing/2014/main" id="{2767D83A-CA5A-ABC0-E1E4-BA2A443FD761}"/>
              </a:ext>
            </a:extLst>
          </p:cNvPr>
          <p:cNvGrpSpPr/>
          <p:nvPr/>
        </p:nvGrpSpPr>
        <p:grpSpPr>
          <a:xfrm>
            <a:off x="10864522" y="183931"/>
            <a:ext cx="1022346" cy="121680"/>
            <a:chOff x="17915695" y="303316"/>
            <a:chExt cx="1685925" cy="200660"/>
          </a:xfrm>
        </p:grpSpPr>
        <p:sp>
          <p:nvSpPr>
            <p:cNvPr id="10" name="object 10">
              <a:extLst>
                <a:ext uri="{FF2B5EF4-FFF2-40B4-BE49-F238E27FC236}">
                  <a16:creationId xmlns:a16="http://schemas.microsoft.com/office/drawing/2014/main" id="{8D31AE6B-E412-7AAB-D443-8FE6C5F8C56B}"/>
                </a:ext>
              </a:extLst>
            </p:cNvPr>
            <p:cNvSpPr/>
            <p:nvPr/>
          </p:nvSpPr>
          <p:spPr>
            <a:xfrm>
              <a:off x="17915687" y="303332"/>
              <a:ext cx="805815" cy="200660"/>
            </a:xfrm>
            <a:custGeom>
              <a:avLst/>
              <a:gdLst/>
              <a:ahLst/>
              <a:cxnLst/>
              <a:rect l="l" t="t" r="r" b="b"/>
              <a:pathLst>
                <a:path w="805815" h="200659">
                  <a:moveTo>
                    <a:pt x="193268" y="0"/>
                  </a:moveTo>
                  <a:lnTo>
                    <a:pt x="0" y="0"/>
                  </a:lnTo>
                  <a:lnTo>
                    <a:pt x="0" y="58420"/>
                  </a:lnTo>
                  <a:lnTo>
                    <a:pt x="57365" y="58420"/>
                  </a:lnTo>
                  <a:lnTo>
                    <a:pt x="57365" y="200660"/>
                  </a:lnTo>
                  <a:lnTo>
                    <a:pt x="137160" y="200660"/>
                  </a:lnTo>
                  <a:lnTo>
                    <a:pt x="137160" y="58420"/>
                  </a:lnTo>
                  <a:lnTo>
                    <a:pt x="193268" y="58420"/>
                  </a:lnTo>
                  <a:lnTo>
                    <a:pt x="193268" y="0"/>
                  </a:lnTo>
                  <a:close/>
                </a:path>
                <a:path w="805815" h="200659">
                  <a:moveTo>
                    <a:pt x="411492" y="200444"/>
                  </a:moveTo>
                  <a:lnTo>
                    <a:pt x="334810" y="0"/>
                  </a:lnTo>
                  <a:lnTo>
                    <a:pt x="250634" y="0"/>
                  </a:lnTo>
                  <a:lnTo>
                    <a:pt x="175818" y="200444"/>
                  </a:lnTo>
                  <a:lnTo>
                    <a:pt x="250634" y="200444"/>
                  </a:lnTo>
                  <a:lnTo>
                    <a:pt x="292100" y="81051"/>
                  </a:lnTo>
                  <a:lnTo>
                    <a:pt x="334810" y="200444"/>
                  </a:lnTo>
                  <a:lnTo>
                    <a:pt x="411492" y="200444"/>
                  </a:lnTo>
                  <a:close/>
                </a:path>
                <a:path w="805815" h="200659">
                  <a:moveTo>
                    <a:pt x="588238" y="0"/>
                  </a:moveTo>
                  <a:lnTo>
                    <a:pt x="394970" y="0"/>
                  </a:lnTo>
                  <a:lnTo>
                    <a:pt x="394970" y="58420"/>
                  </a:lnTo>
                  <a:lnTo>
                    <a:pt x="452018" y="58420"/>
                  </a:lnTo>
                  <a:lnTo>
                    <a:pt x="452018" y="200660"/>
                  </a:lnTo>
                  <a:lnTo>
                    <a:pt x="532130" y="200660"/>
                  </a:lnTo>
                  <a:lnTo>
                    <a:pt x="532130" y="58420"/>
                  </a:lnTo>
                  <a:lnTo>
                    <a:pt x="588238" y="58420"/>
                  </a:lnTo>
                  <a:lnTo>
                    <a:pt x="588238" y="0"/>
                  </a:lnTo>
                  <a:close/>
                </a:path>
                <a:path w="805815" h="200659">
                  <a:moveTo>
                    <a:pt x="805535" y="200444"/>
                  </a:moveTo>
                  <a:lnTo>
                    <a:pt x="728522" y="0"/>
                  </a:lnTo>
                  <a:lnTo>
                    <a:pt x="644359" y="0"/>
                  </a:lnTo>
                  <a:lnTo>
                    <a:pt x="569544" y="200444"/>
                  </a:lnTo>
                  <a:lnTo>
                    <a:pt x="644359" y="200444"/>
                  </a:lnTo>
                  <a:lnTo>
                    <a:pt x="686130" y="81051"/>
                  </a:lnTo>
                  <a:lnTo>
                    <a:pt x="728522" y="200444"/>
                  </a:lnTo>
                  <a:lnTo>
                    <a:pt x="805535" y="200444"/>
                  </a:lnTo>
                  <a:close/>
                </a:path>
              </a:pathLst>
            </a:custGeom>
            <a:solidFill>
              <a:srgbClr val="FFFFFF"/>
            </a:solidFill>
          </p:spPr>
          <p:txBody>
            <a:bodyPr wrap="square" lIns="0" tIns="0" rIns="0" bIns="0" rtlCol="0"/>
            <a:lstStyle/>
            <a:p>
              <a:endParaRPr sz="1092"/>
            </a:p>
          </p:txBody>
        </p:sp>
        <p:sp>
          <p:nvSpPr>
            <p:cNvPr id="11" name="object 11">
              <a:extLst>
                <a:ext uri="{FF2B5EF4-FFF2-40B4-BE49-F238E27FC236}">
                  <a16:creationId xmlns:a16="http://schemas.microsoft.com/office/drawing/2014/main" id="{42199930-4403-2CE6-B57D-85115B387BE0}"/>
                </a:ext>
              </a:extLst>
            </p:cNvPr>
            <p:cNvSpPr/>
            <p:nvPr/>
          </p:nvSpPr>
          <p:spPr>
            <a:xfrm>
              <a:off x="19002833" y="303332"/>
              <a:ext cx="147320" cy="200660"/>
            </a:xfrm>
            <a:custGeom>
              <a:avLst/>
              <a:gdLst/>
              <a:ahLst/>
              <a:cxnLst/>
              <a:rect l="l" t="t" r="r" b="b"/>
              <a:pathLst>
                <a:path w="147319" h="200659">
                  <a:moveTo>
                    <a:pt x="147281" y="142240"/>
                  </a:moveTo>
                  <a:lnTo>
                    <a:pt x="70675" y="142240"/>
                  </a:lnTo>
                  <a:lnTo>
                    <a:pt x="70675" y="0"/>
                  </a:lnTo>
                  <a:lnTo>
                    <a:pt x="0" y="0"/>
                  </a:lnTo>
                  <a:lnTo>
                    <a:pt x="0" y="142240"/>
                  </a:lnTo>
                  <a:lnTo>
                    <a:pt x="0" y="200660"/>
                  </a:lnTo>
                  <a:lnTo>
                    <a:pt x="147281" y="200660"/>
                  </a:lnTo>
                  <a:lnTo>
                    <a:pt x="147281" y="142240"/>
                  </a:lnTo>
                  <a:close/>
                </a:path>
              </a:pathLst>
            </a:custGeom>
            <a:solidFill>
              <a:srgbClr val="ED0080"/>
            </a:solidFill>
          </p:spPr>
          <p:txBody>
            <a:bodyPr wrap="square" lIns="0" tIns="0" rIns="0" bIns="0" rtlCol="0"/>
            <a:lstStyle/>
            <a:p>
              <a:endParaRPr sz="1092"/>
            </a:p>
          </p:txBody>
        </p:sp>
        <p:pic>
          <p:nvPicPr>
            <p:cNvPr id="12" name="object 12">
              <a:extLst>
                <a:ext uri="{FF2B5EF4-FFF2-40B4-BE49-F238E27FC236}">
                  <a16:creationId xmlns:a16="http://schemas.microsoft.com/office/drawing/2014/main" id="{23075947-79E9-E5C5-6618-D64ED2E74FDE}"/>
                </a:ext>
              </a:extLst>
            </p:cNvPr>
            <p:cNvPicPr/>
            <p:nvPr/>
          </p:nvPicPr>
          <p:blipFill>
            <a:blip r:embed="rId3" cstate="email">
              <a:extLst>
                <a:ext uri="{28A0092B-C50C-407E-A947-70E740481C1C}">
                  <a14:useLocalDpi xmlns:a14="http://schemas.microsoft.com/office/drawing/2010/main"/>
                </a:ext>
              </a:extLst>
            </a:blip>
            <a:stretch>
              <a:fillRect/>
            </a:stretch>
          </p:blipFill>
          <p:spPr>
            <a:xfrm>
              <a:off x="18798201" y="303316"/>
              <a:ext cx="180088" cy="200454"/>
            </a:xfrm>
            <a:prstGeom prst="rect">
              <a:avLst/>
            </a:prstGeom>
          </p:spPr>
        </p:pic>
        <p:pic>
          <p:nvPicPr>
            <p:cNvPr id="13" name="object 13">
              <a:extLst>
                <a:ext uri="{FF2B5EF4-FFF2-40B4-BE49-F238E27FC236}">
                  <a16:creationId xmlns:a16="http://schemas.microsoft.com/office/drawing/2014/main" id="{DB04FB88-33A8-2297-5ADA-6F885D0CFD54}"/>
                </a:ext>
              </a:extLst>
            </p:cNvPr>
            <p:cNvPicPr/>
            <p:nvPr/>
          </p:nvPicPr>
          <p:blipFill>
            <a:blip r:embed="rId4" cstate="email">
              <a:extLst>
                <a:ext uri="{28A0092B-C50C-407E-A947-70E740481C1C}">
                  <a14:useLocalDpi xmlns:a14="http://schemas.microsoft.com/office/drawing/2010/main"/>
                </a:ext>
              </a:extLst>
            </a:blip>
            <a:stretch>
              <a:fillRect/>
            </a:stretch>
          </p:blipFill>
          <p:spPr>
            <a:xfrm>
              <a:off x="19171547" y="303321"/>
              <a:ext cx="429949" cy="200444"/>
            </a:xfrm>
            <a:prstGeom prst="rect">
              <a:avLst/>
            </a:prstGeom>
          </p:spPr>
        </p:pic>
      </p:grpSp>
      <p:sp>
        <p:nvSpPr>
          <p:cNvPr id="15" name="TextBox 14">
            <a:extLst>
              <a:ext uri="{FF2B5EF4-FFF2-40B4-BE49-F238E27FC236}">
                <a16:creationId xmlns:a16="http://schemas.microsoft.com/office/drawing/2014/main" id="{222E6C3D-6D0C-DC33-6117-978DC94809E7}"/>
              </a:ext>
            </a:extLst>
          </p:cNvPr>
          <p:cNvSpPr txBox="1"/>
          <p:nvPr/>
        </p:nvSpPr>
        <p:spPr>
          <a:xfrm>
            <a:off x="339630" y="2408901"/>
            <a:ext cx="11547161" cy="3951019"/>
          </a:xfrm>
          <a:prstGeom prst="rect">
            <a:avLst/>
          </a:prstGeom>
          <a:ln/>
        </p:spPr>
        <p:style>
          <a:lnRef idx="2">
            <a:schemeClr val="accent5"/>
          </a:lnRef>
          <a:fillRef idx="1">
            <a:schemeClr val="lt1"/>
          </a:fillRef>
          <a:effectRef idx="0">
            <a:schemeClr val="accent5"/>
          </a:effectRef>
          <a:fontRef idx="minor">
            <a:schemeClr val="dk1"/>
          </a:fontRef>
        </p:style>
        <p:txBody>
          <a:bodyPr wrap="square" rtlCol="0">
            <a:noAutofit/>
          </a:bodyPr>
          <a:lstStyle/>
          <a:p>
            <a:endParaRPr lang="en-US" sz="2122" b="1" dirty="0">
              <a:latin typeface="Volte Play" pitchFamily="50" charset="0"/>
            </a:endParaRPr>
          </a:p>
        </p:txBody>
      </p:sp>
      <p:sp>
        <p:nvSpPr>
          <p:cNvPr id="7" name="Title 1">
            <a:extLst>
              <a:ext uri="{FF2B5EF4-FFF2-40B4-BE49-F238E27FC236}">
                <a16:creationId xmlns:a16="http://schemas.microsoft.com/office/drawing/2014/main" id="{3CEAC4BB-ED29-4F16-213E-E649B81B64B3}"/>
              </a:ext>
            </a:extLst>
          </p:cNvPr>
          <p:cNvSpPr txBox="1">
            <a:spLocks/>
          </p:cNvSpPr>
          <p:nvPr/>
        </p:nvSpPr>
        <p:spPr>
          <a:xfrm>
            <a:off x="339631" y="1211871"/>
            <a:ext cx="13323206" cy="513319"/>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10855" b="0" i="0" kern="1200">
                <a:solidFill>
                  <a:srgbClr val="5A3695"/>
                </a:solidFill>
                <a:latin typeface="VoltePlay-Medium"/>
                <a:ea typeface="+mj-ea"/>
                <a:cs typeface="VoltePlay-Medium"/>
              </a:defRPr>
            </a:lvl1pPr>
          </a:lstStyle>
          <a:p>
            <a:endParaRPr lang="en-IN" sz="1800" b="1" dirty="0">
              <a:solidFill>
                <a:schemeClr val="tx1"/>
              </a:solidFill>
            </a:endParaRPr>
          </a:p>
          <a:p>
            <a:r>
              <a:rPr lang="en-IN" sz="1800" b="1" dirty="0">
                <a:solidFill>
                  <a:schemeClr val="tx1"/>
                </a:solidFill>
              </a:rPr>
              <a:t>Step 3 : </a:t>
            </a:r>
          </a:p>
          <a:p>
            <a:r>
              <a:rPr lang="en-IN" sz="1800" dirty="0">
                <a:solidFill>
                  <a:schemeClr val="tx1"/>
                </a:solidFill>
              </a:rPr>
              <a:t>Go to the Competency section and give rating and comments in the competency items and click ‘Save and Next’</a:t>
            </a:r>
            <a:br>
              <a:rPr lang="en-IN" sz="1800" dirty="0">
                <a:solidFill>
                  <a:schemeClr val="tx1"/>
                </a:solidFill>
              </a:rPr>
            </a:br>
            <a:r>
              <a:rPr lang="en-IN" sz="1800" dirty="0">
                <a:solidFill>
                  <a:schemeClr val="tx1"/>
                </a:solidFill>
              </a:rPr>
              <a:t>Repeat the same steps for all the competency items</a:t>
            </a:r>
          </a:p>
        </p:txBody>
      </p:sp>
      <p:sp>
        <p:nvSpPr>
          <p:cNvPr id="8" name="Rectangle 7">
            <a:extLst>
              <a:ext uri="{FF2B5EF4-FFF2-40B4-BE49-F238E27FC236}">
                <a16:creationId xmlns:a16="http://schemas.microsoft.com/office/drawing/2014/main" id="{B4368F69-A3A5-799D-9004-4E98D40CEF36}"/>
              </a:ext>
            </a:extLst>
          </p:cNvPr>
          <p:cNvSpPr/>
          <p:nvPr/>
        </p:nvSpPr>
        <p:spPr>
          <a:xfrm>
            <a:off x="882502" y="4210493"/>
            <a:ext cx="1446028" cy="340242"/>
          </a:xfrm>
          <a:prstGeom prst="rect">
            <a:avLst/>
          </a:prstGeom>
          <a:solidFill>
            <a:srgbClr val="FBF9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C6B496C7-4D09-7D49-BB4D-A0ADC35A8CA9}"/>
              </a:ext>
            </a:extLst>
          </p:cNvPr>
          <p:cNvSpPr/>
          <p:nvPr/>
        </p:nvSpPr>
        <p:spPr>
          <a:xfrm>
            <a:off x="2640418" y="4732660"/>
            <a:ext cx="868326" cy="83889"/>
          </a:xfrm>
          <a:prstGeom prst="rect">
            <a:avLst/>
          </a:prstGeom>
          <a:solidFill>
            <a:srgbClr val="FBF9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6" name="Picture 15">
            <a:extLst>
              <a:ext uri="{FF2B5EF4-FFF2-40B4-BE49-F238E27FC236}">
                <a16:creationId xmlns:a16="http://schemas.microsoft.com/office/drawing/2014/main" id="{2D5C8B82-9622-19EA-DD00-273E7B0DCB82}"/>
              </a:ext>
            </a:extLst>
          </p:cNvPr>
          <p:cNvPicPr>
            <a:picLocks noChangeAspect="1"/>
          </p:cNvPicPr>
          <p:nvPr/>
        </p:nvPicPr>
        <p:blipFill>
          <a:blip r:embed="rId5"/>
          <a:stretch>
            <a:fillRect/>
          </a:stretch>
        </p:blipFill>
        <p:spPr>
          <a:xfrm>
            <a:off x="526874" y="2642349"/>
            <a:ext cx="7011609" cy="3476530"/>
          </a:xfrm>
          <a:prstGeom prst="rect">
            <a:avLst/>
          </a:prstGeom>
        </p:spPr>
      </p:pic>
      <p:pic>
        <p:nvPicPr>
          <p:cNvPr id="17" name="Picture 16">
            <a:extLst>
              <a:ext uri="{FF2B5EF4-FFF2-40B4-BE49-F238E27FC236}">
                <a16:creationId xmlns:a16="http://schemas.microsoft.com/office/drawing/2014/main" id="{8BF32290-3E32-563C-0D51-E7DBEC3A54B8}"/>
              </a:ext>
            </a:extLst>
          </p:cNvPr>
          <p:cNvPicPr>
            <a:picLocks noChangeAspect="1"/>
          </p:cNvPicPr>
          <p:nvPr/>
        </p:nvPicPr>
        <p:blipFill>
          <a:blip r:embed="rId6"/>
          <a:stretch>
            <a:fillRect/>
          </a:stretch>
        </p:blipFill>
        <p:spPr>
          <a:xfrm>
            <a:off x="7621208" y="2642349"/>
            <a:ext cx="4061637" cy="1472451"/>
          </a:xfrm>
          <a:prstGeom prst="rect">
            <a:avLst/>
          </a:prstGeom>
        </p:spPr>
      </p:pic>
    </p:spTree>
    <p:extLst>
      <p:ext uri="{BB962C8B-B14F-4D97-AF65-F5344CB8AC3E}">
        <p14:creationId xmlns:p14="http://schemas.microsoft.com/office/powerpoint/2010/main" val="3494755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B5BFD-6A07-FBE7-6C6B-865B292C6A2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77D3735-65C9-405E-A47B-BB34E8CA65A8}"/>
              </a:ext>
            </a:extLst>
          </p:cNvPr>
          <p:cNvSpPr/>
          <p:nvPr/>
        </p:nvSpPr>
        <p:spPr>
          <a:xfrm>
            <a:off x="428" y="42979"/>
            <a:ext cx="12191144" cy="485181"/>
          </a:xfrm>
          <a:custGeom>
            <a:avLst/>
            <a:gdLst/>
            <a:ahLst/>
            <a:cxnLst/>
            <a:rect l="l" t="t" r="r" b="b"/>
            <a:pathLst>
              <a:path w="20104100" h="800100">
                <a:moveTo>
                  <a:pt x="20104099" y="0"/>
                </a:moveTo>
                <a:lnTo>
                  <a:pt x="0" y="0"/>
                </a:lnTo>
                <a:lnTo>
                  <a:pt x="0" y="799912"/>
                </a:lnTo>
                <a:lnTo>
                  <a:pt x="20104099" y="799912"/>
                </a:lnTo>
                <a:lnTo>
                  <a:pt x="20104099" y="0"/>
                </a:lnTo>
                <a:close/>
              </a:path>
            </a:pathLst>
          </a:custGeom>
          <a:solidFill>
            <a:srgbClr val="382A7E"/>
          </a:solidFill>
        </p:spPr>
        <p:txBody>
          <a:bodyPr wrap="square" lIns="0" tIns="0" rIns="0" bIns="0" rtlCol="0"/>
          <a:lstStyle/>
          <a:p>
            <a:endParaRPr sz="1092"/>
          </a:p>
        </p:txBody>
      </p:sp>
      <p:sp>
        <p:nvSpPr>
          <p:cNvPr id="4" name="object 4">
            <a:extLst>
              <a:ext uri="{FF2B5EF4-FFF2-40B4-BE49-F238E27FC236}">
                <a16:creationId xmlns:a16="http://schemas.microsoft.com/office/drawing/2014/main" id="{EC228083-12B3-6004-E384-EE1905CF4401}"/>
              </a:ext>
            </a:extLst>
          </p:cNvPr>
          <p:cNvSpPr txBox="1">
            <a:spLocks noGrp="1"/>
          </p:cNvSpPr>
          <p:nvPr>
            <p:ph type="title"/>
          </p:nvPr>
        </p:nvSpPr>
        <p:spPr>
          <a:xfrm>
            <a:off x="294964" y="600999"/>
            <a:ext cx="3604204" cy="582105"/>
          </a:xfrm>
          <a:prstGeom prst="rect">
            <a:avLst/>
          </a:prstGeom>
        </p:spPr>
        <p:txBody>
          <a:bodyPr vert="horz" wrap="square" lIns="0" tIns="8086" rIns="0" bIns="0" rtlCol="0" anchor="ctr">
            <a:spAutoFit/>
          </a:bodyPr>
          <a:lstStyle/>
          <a:p>
            <a:pPr marL="7701">
              <a:lnSpc>
                <a:spcPts val="4897"/>
              </a:lnSpc>
              <a:spcBef>
                <a:spcPts val="64"/>
              </a:spcBef>
            </a:pPr>
            <a:r>
              <a:rPr lang="en-IN" sz="3032" spc="-124" dirty="0">
                <a:solidFill>
                  <a:srgbClr val="DE198E"/>
                </a:solidFill>
                <a:latin typeface="Volte Play"/>
                <a:ea typeface="+mn-ea"/>
              </a:rPr>
              <a:t>Participant Feedback </a:t>
            </a:r>
          </a:p>
        </p:txBody>
      </p:sp>
      <p:grpSp>
        <p:nvGrpSpPr>
          <p:cNvPr id="9" name="object 9">
            <a:extLst>
              <a:ext uri="{FF2B5EF4-FFF2-40B4-BE49-F238E27FC236}">
                <a16:creationId xmlns:a16="http://schemas.microsoft.com/office/drawing/2014/main" id="{64954D24-B3FF-8E59-055C-FA815FD12D3C}"/>
              </a:ext>
            </a:extLst>
          </p:cNvPr>
          <p:cNvGrpSpPr/>
          <p:nvPr/>
        </p:nvGrpSpPr>
        <p:grpSpPr>
          <a:xfrm>
            <a:off x="10864522" y="183931"/>
            <a:ext cx="1022346" cy="121680"/>
            <a:chOff x="17915695" y="303316"/>
            <a:chExt cx="1685925" cy="200660"/>
          </a:xfrm>
        </p:grpSpPr>
        <p:sp>
          <p:nvSpPr>
            <p:cNvPr id="10" name="object 10">
              <a:extLst>
                <a:ext uri="{FF2B5EF4-FFF2-40B4-BE49-F238E27FC236}">
                  <a16:creationId xmlns:a16="http://schemas.microsoft.com/office/drawing/2014/main" id="{0A543728-4D33-1A6A-85A3-01C7DE9E03FB}"/>
                </a:ext>
              </a:extLst>
            </p:cNvPr>
            <p:cNvSpPr/>
            <p:nvPr/>
          </p:nvSpPr>
          <p:spPr>
            <a:xfrm>
              <a:off x="17915687" y="303332"/>
              <a:ext cx="805815" cy="200660"/>
            </a:xfrm>
            <a:custGeom>
              <a:avLst/>
              <a:gdLst/>
              <a:ahLst/>
              <a:cxnLst/>
              <a:rect l="l" t="t" r="r" b="b"/>
              <a:pathLst>
                <a:path w="805815" h="200659">
                  <a:moveTo>
                    <a:pt x="193268" y="0"/>
                  </a:moveTo>
                  <a:lnTo>
                    <a:pt x="0" y="0"/>
                  </a:lnTo>
                  <a:lnTo>
                    <a:pt x="0" y="58420"/>
                  </a:lnTo>
                  <a:lnTo>
                    <a:pt x="57365" y="58420"/>
                  </a:lnTo>
                  <a:lnTo>
                    <a:pt x="57365" y="200660"/>
                  </a:lnTo>
                  <a:lnTo>
                    <a:pt x="137160" y="200660"/>
                  </a:lnTo>
                  <a:lnTo>
                    <a:pt x="137160" y="58420"/>
                  </a:lnTo>
                  <a:lnTo>
                    <a:pt x="193268" y="58420"/>
                  </a:lnTo>
                  <a:lnTo>
                    <a:pt x="193268" y="0"/>
                  </a:lnTo>
                  <a:close/>
                </a:path>
                <a:path w="805815" h="200659">
                  <a:moveTo>
                    <a:pt x="411492" y="200444"/>
                  </a:moveTo>
                  <a:lnTo>
                    <a:pt x="334810" y="0"/>
                  </a:lnTo>
                  <a:lnTo>
                    <a:pt x="250634" y="0"/>
                  </a:lnTo>
                  <a:lnTo>
                    <a:pt x="175818" y="200444"/>
                  </a:lnTo>
                  <a:lnTo>
                    <a:pt x="250634" y="200444"/>
                  </a:lnTo>
                  <a:lnTo>
                    <a:pt x="292100" y="81051"/>
                  </a:lnTo>
                  <a:lnTo>
                    <a:pt x="334810" y="200444"/>
                  </a:lnTo>
                  <a:lnTo>
                    <a:pt x="411492" y="200444"/>
                  </a:lnTo>
                  <a:close/>
                </a:path>
                <a:path w="805815" h="200659">
                  <a:moveTo>
                    <a:pt x="588238" y="0"/>
                  </a:moveTo>
                  <a:lnTo>
                    <a:pt x="394970" y="0"/>
                  </a:lnTo>
                  <a:lnTo>
                    <a:pt x="394970" y="58420"/>
                  </a:lnTo>
                  <a:lnTo>
                    <a:pt x="452018" y="58420"/>
                  </a:lnTo>
                  <a:lnTo>
                    <a:pt x="452018" y="200660"/>
                  </a:lnTo>
                  <a:lnTo>
                    <a:pt x="532130" y="200660"/>
                  </a:lnTo>
                  <a:lnTo>
                    <a:pt x="532130" y="58420"/>
                  </a:lnTo>
                  <a:lnTo>
                    <a:pt x="588238" y="58420"/>
                  </a:lnTo>
                  <a:lnTo>
                    <a:pt x="588238" y="0"/>
                  </a:lnTo>
                  <a:close/>
                </a:path>
                <a:path w="805815" h="200659">
                  <a:moveTo>
                    <a:pt x="805535" y="200444"/>
                  </a:moveTo>
                  <a:lnTo>
                    <a:pt x="728522" y="0"/>
                  </a:lnTo>
                  <a:lnTo>
                    <a:pt x="644359" y="0"/>
                  </a:lnTo>
                  <a:lnTo>
                    <a:pt x="569544" y="200444"/>
                  </a:lnTo>
                  <a:lnTo>
                    <a:pt x="644359" y="200444"/>
                  </a:lnTo>
                  <a:lnTo>
                    <a:pt x="686130" y="81051"/>
                  </a:lnTo>
                  <a:lnTo>
                    <a:pt x="728522" y="200444"/>
                  </a:lnTo>
                  <a:lnTo>
                    <a:pt x="805535" y="200444"/>
                  </a:lnTo>
                  <a:close/>
                </a:path>
              </a:pathLst>
            </a:custGeom>
            <a:solidFill>
              <a:srgbClr val="FFFFFF"/>
            </a:solidFill>
          </p:spPr>
          <p:txBody>
            <a:bodyPr wrap="square" lIns="0" tIns="0" rIns="0" bIns="0" rtlCol="0"/>
            <a:lstStyle/>
            <a:p>
              <a:endParaRPr sz="1092"/>
            </a:p>
          </p:txBody>
        </p:sp>
        <p:sp>
          <p:nvSpPr>
            <p:cNvPr id="11" name="object 11">
              <a:extLst>
                <a:ext uri="{FF2B5EF4-FFF2-40B4-BE49-F238E27FC236}">
                  <a16:creationId xmlns:a16="http://schemas.microsoft.com/office/drawing/2014/main" id="{9E16D5CF-2D03-26AF-1746-720AAD87FF40}"/>
                </a:ext>
              </a:extLst>
            </p:cNvPr>
            <p:cNvSpPr/>
            <p:nvPr/>
          </p:nvSpPr>
          <p:spPr>
            <a:xfrm>
              <a:off x="19002833" y="303332"/>
              <a:ext cx="147320" cy="200660"/>
            </a:xfrm>
            <a:custGeom>
              <a:avLst/>
              <a:gdLst/>
              <a:ahLst/>
              <a:cxnLst/>
              <a:rect l="l" t="t" r="r" b="b"/>
              <a:pathLst>
                <a:path w="147319" h="200659">
                  <a:moveTo>
                    <a:pt x="147281" y="142240"/>
                  </a:moveTo>
                  <a:lnTo>
                    <a:pt x="70675" y="142240"/>
                  </a:lnTo>
                  <a:lnTo>
                    <a:pt x="70675" y="0"/>
                  </a:lnTo>
                  <a:lnTo>
                    <a:pt x="0" y="0"/>
                  </a:lnTo>
                  <a:lnTo>
                    <a:pt x="0" y="142240"/>
                  </a:lnTo>
                  <a:lnTo>
                    <a:pt x="0" y="200660"/>
                  </a:lnTo>
                  <a:lnTo>
                    <a:pt x="147281" y="200660"/>
                  </a:lnTo>
                  <a:lnTo>
                    <a:pt x="147281" y="142240"/>
                  </a:lnTo>
                  <a:close/>
                </a:path>
              </a:pathLst>
            </a:custGeom>
            <a:solidFill>
              <a:srgbClr val="ED0080"/>
            </a:solidFill>
          </p:spPr>
          <p:txBody>
            <a:bodyPr wrap="square" lIns="0" tIns="0" rIns="0" bIns="0" rtlCol="0"/>
            <a:lstStyle/>
            <a:p>
              <a:endParaRPr sz="1092"/>
            </a:p>
          </p:txBody>
        </p:sp>
        <p:pic>
          <p:nvPicPr>
            <p:cNvPr id="12" name="object 12">
              <a:extLst>
                <a:ext uri="{FF2B5EF4-FFF2-40B4-BE49-F238E27FC236}">
                  <a16:creationId xmlns:a16="http://schemas.microsoft.com/office/drawing/2014/main" id="{EA34B83E-4613-B50A-32A9-AE2E006BCD8C}"/>
                </a:ext>
              </a:extLst>
            </p:cNvPr>
            <p:cNvPicPr/>
            <p:nvPr/>
          </p:nvPicPr>
          <p:blipFill>
            <a:blip r:embed="rId3" cstate="email">
              <a:extLst>
                <a:ext uri="{28A0092B-C50C-407E-A947-70E740481C1C}">
                  <a14:useLocalDpi xmlns:a14="http://schemas.microsoft.com/office/drawing/2010/main"/>
                </a:ext>
              </a:extLst>
            </a:blip>
            <a:stretch>
              <a:fillRect/>
            </a:stretch>
          </p:blipFill>
          <p:spPr>
            <a:xfrm>
              <a:off x="18798201" y="303316"/>
              <a:ext cx="180088" cy="200454"/>
            </a:xfrm>
            <a:prstGeom prst="rect">
              <a:avLst/>
            </a:prstGeom>
          </p:spPr>
        </p:pic>
        <p:pic>
          <p:nvPicPr>
            <p:cNvPr id="13" name="object 13">
              <a:extLst>
                <a:ext uri="{FF2B5EF4-FFF2-40B4-BE49-F238E27FC236}">
                  <a16:creationId xmlns:a16="http://schemas.microsoft.com/office/drawing/2014/main" id="{CDE73A94-882E-80B4-A9A0-EB0032ABF517}"/>
                </a:ext>
              </a:extLst>
            </p:cNvPr>
            <p:cNvPicPr/>
            <p:nvPr/>
          </p:nvPicPr>
          <p:blipFill>
            <a:blip r:embed="rId4" cstate="email">
              <a:extLst>
                <a:ext uri="{28A0092B-C50C-407E-A947-70E740481C1C}">
                  <a14:useLocalDpi xmlns:a14="http://schemas.microsoft.com/office/drawing/2010/main"/>
                </a:ext>
              </a:extLst>
            </a:blip>
            <a:stretch>
              <a:fillRect/>
            </a:stretch>
          </p:blipFill>
          <p:spPr>
            <a:xfrm>
              <a:off x="19171547" y="303321"/>
              <a:ext cx="429949" cy="200444"/>
            </a:xfrm>
            <a:prstGeom prst="rect">
              <a:avLst/>
            </a:prstGeom>
          </p:spPr>
        </p:pic>
      </p:grpSp>
      <p:sp>
        <p:nvSpPr>
          <p:cNvPr id="15" name="TextBox 14">
            <a:extLst>
              <a:ext uri="{FF2B5EF4-FFF2-40B4-BE49-F238E27FC236}">
                <a16:creationId xmlns:a16="http://schemas.microsoft.com/office/drawing/2014/main" id="{34AC62FB-704C-91D9-2E97-FECC032F68C4}"/>
              </a:ext>
            </a:extLst>
          </p:cNvPr>
          <p:cNvSpPr txBox="1"/>
          <p:nvPr/>
        </p:nvSpPr>
        <p:spPr>
          <a:xfrm>
            <a:off x="339630" y="2408901"/>
            <a:ext cx="11547161" cy="3951019"/>
          </a:xfrm>
          <a:prstGeom prst="rect">
            <a:avLst/>
          </a:prstGeom>
          <a:ln/>
        </p:spPr>
        <p:style>
          <a:lnRef idx="2">
            <a:schemeClr val="accent5"/>
          </a:lnRef>
          <a:fillRef idx="1">
            <a:schemeClr val="lt1"/>
          </a:fillRef>
          <a:effectRef idx="0">
            <a:schemeClr val="accent5"/>
          </a:effectRef>
          <a:fontRef idx="minor">
            <a:schemeClr val="dk1"/>
          </a:fontRef>
        </p:style>
        <p:txBody>
          <a:bodyPr wrap="square" rtlCol="0">
            <a:noAutofit/>
          </a:bodyPr>
          <a:lstStyle/>
          <a:p>
            <a:endParaRPr lang="en-US" sz="2122" b="1" dirty="0">
              <a:latin typeface="Volte Play" pitchFamily="50" charset="0"/>
            </a:endParaRPr>
          </a:p>
        </p:txBody>
      </p:sp>
      <p:sp>
        <p:nvSpPr>
          <p:cNvPr id="7" name="Title 1">
            <a:extLst>
              <a:ext uri="{FF2B5EF4-FFF2-40B4-BE49-F238E27FC236}">
                <a16:creationId xmlns:a16="http://schemas.microsoft.com/office/drawing/2014/main" id="{BFFE7AEB-7C97-7D67-0166-DDF680397D05}"/>
              </a:ext>
            </a:extLst>
          </p:cNvPr>
          <p:cNvSpPr txBox="1">
            <a:spLocks/>
          </p:cNvSpPr>
          <p:nvPr/>
        </p:nvSpPr>
        <p:spPr>
          <a:xfrm>
            <a:off x="339631" y="1211871"/>
            <a:ext cx="13142453" cy="74452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10855" b="0" i="0" kern="1200">
                <a:solidFill>
                  <a:srgbClr val="5A3695"/>
                </a:solidFill>
                <a:latin typeface="VoltePlay-Medium"/>
                <a:ea typeface="+mj-ea"/>
                <a:cs typeface="VoltePlay-Medium"/>
              </a:defRPr>
            </a:lvl1pPr>
          </a:lstStyle>
          <a:p>
            <a:endParaRPr lang="en-IN" sz="1800" b="1" dirty="0">
              <a:solidFill>
                <a:schemeClr val="tx1"/>
              </a:solidFill>
            </a:endParaRPr>
          </a:p>
          <a:p>
            <a:r>
              <a:rPr lang="en-IN" sz="1800" b="1" dirty="0">
                <a:solidFill>
                  <a:schemeClr val="tx1"/>
                </a:solidFill>
              </a:rPr>
              <a:t>Step 4 : </a:t>
            </a:r>
          </a:p>
          <a:p>
            <a:r>
              <a:rPr lang="en-IN" sz="1800" dirty="0">
                <a:solidFill>
                  <a:schemeClr val="tx1"/>
                </a:solidFill>
              </a:rPr>
              <a:t>Scroll down to the ‘Overall Summary’ section and click calculate to find calculated rating</a:t>
            </a:r>
            <a:br>
              <a:rPr lang="en-IN" sz="1800" dirty="0">
                <a:solidFill>
                  <a:schemeClr val="tx1"/>
                </a:solidFill>
              </a:rPr>
            </a:br>
            <a:r>
              <a:rPr lang="en-IN" sz="1800" dirty="0">
                <a:solidFill>
                  <a:schemeClr val="tx1"/>
                </a:solidFill>
              </a:rPr>
              <a:t>Provide the final rating and comments and click ‘Save and Close’</a:t>
            </a:r>
            <a:br>
              <a:rPr lang="en-IN" sz="1800" dirty="0">
                <a:solidFill>
                  <a:schemeClr val="tx1"/>
                </a:solidFill>
              </a:rPr>
            </a:br>
            <a:r>
              <a:rPr lang="en-IN" sz="1800" dirty="0">
                <a:solidFill>
                  <a:schemeClr val="tx1"/>
                </a:solidFill>
              </a:rPr>
              <a:t>After providing all the ratings and comments click on ‘Submit’</a:t>
            </a:r>
          </a:p>
        </p:txBody>
      </p:sp>
      <p:sp>
        <p:nvSpPr>
          <p:cNvPr id="8" name="Rectangle 7">
            <a:extLst>
              <a:ext uri="{FF2B5EF4-FFF2-40B4-BE49-F238E27FC236}">
                <a16:creationId xmlns:a16="http://schemas.microsoft.com/office/drawing/2014/main" id="{7CA6F682-EF25-5F0D-E276-B0E2A4FE7E7D}"/>
              </a:ext>
            </a:extLst>
          </p:cNvPr>
          <p:cNvSpPr/>
          <p:nvPr/>
        </p:nvSpPr>
        <p:spPr>
          <a:xfrm>
            <a:off x="882502" y="4210493"/>
            <a:ext cx="1446028" cy="340242"/>
          </a:xfrm>
          <a:prstGeom prst="rect">
            <a:avLst/>
          </a:prstGeom>
          <a:solidFill>
            <a:srgbClr val="FBF9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03CCE47-1730-7606-2406-46E79FC71A3E}"/>
              </a:ext>
            </a:extLst>
          </p:cNvPr>
          <p:cNvSpPr/>
          <p:nvPr/>
        </p:nvSpPr>
        <p:spPr>
          <a:xfrm>
            <a:off x="2640418" y="4732660"/>
            <a:ext cx="868326" cy="83889"/>
          </a:xfrm>
          <a:prstGeom prst="rect">
            <a:avLst/>
          </a:prstGeom>
          <a:solidFill>
            <a:srgbClr val="FBF9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E04C68D5-57F1-0254-9484-706FA76BB5F2}"/>
              </a:ext>
            </a:extLst>
          </p:cNvPr>
          <p:cNvPicPr>
            <a:picLocks noChangeAspect="1"/>
          </p:cNvPicPr>
          <p:nvPr/>
        </p:nvPicPr>
        <p:blipFill>
          <a:blip r:embed="rId5"/>
          <a:stretch>
            <a:fillRect/>
          </a:stretch>
        </p:blipFill>
        <p:spPr>
          <a:xfrm>
            <a:off x="656001" y="2628175"/>
            <a:ext cx="5439999" cy="3504878"/>
          </a:xfrm>
          <a:prstGeom prst="rect">
            <a:avLst/>
          </a:prstGeom>
        </p:spPr>
      </p:pic>
      <p:pic>
        <p:nvPicPr>
          <p:cNvPr id="6" name="Picture 5">
            <a:extLst>
              <a:ext uri="{FF2B5EF4-FFF2-40B4-BE49-F238E27FC236}">
                <a16:creationId xmlns:a16="http://schemas.microsoft.com/office/drawing/2014/main" id="{EE152608-4F52-C575-D633-F660A2A38AFE}"/>
              </a:ext>
            </a:extLst>
          </p:cNvPr>
          <p:cNvPicPr>
            <a:picLocks noChangeAspect="1"/>
          </p:cNvPicPr>
          <p:nvPr/>
        </p:nvPicPr>
        <p:blipFill>
          <a:blip r:embed="rId6"/>
          <a:stretch>
            <a:fillRect/>
          </a:stretch>
        </p:blipFill>
        <p:spPr>
          <a:xfrm>
            <a:off x="6230679" y="2640102"/>
            <a:ext cx="2548804" cy="1623621"/>
          </a:xfrm>
          <a:prstGeom prst="rect">
            <a:avLst/>
          </a:prstGeom>
        </p:spPr>
      </p:pic>
    </p:spTree>
    <p:extLst>
      <p:ext uri="{BB962C8B-B14F-4D97-AF65-F5344CB8AC3E}">
        <p14:creationId xmlns:p14="http://schemas.microsoft.com/office/powerpoint/2010/main" val="1587354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2D7BD-B2CE-F246-22F1-A12B1C0D8ED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EDFFA04-2339-C27F-329C-7C2351A79D18}"/>
              </a:ext>
            </a:extLst>
          </p:cNvPr>
          <p:cNvSpPr/>
          <p:nvPr/>
        </p:nvSpPr>
        <p:spPr>
          <a:xfrm>
            <a:off x="428" y="485067"/>
            <a:ext cx="12191144" cy="6372819"/>
          </a:xfrm>
          <a:custGeom>
            <a:avLst/>
            <a:gdLst/>
            <a:ahLst/>
            <a:cxnLst/>
            <a:rect l="l" t="t" r="r" b="b"/>
            <a:pathLst>
              <a:path w="20104100" h="10509250">
                <a:moveTo>
                  <a:pt x="0" y="10508643"/>
                </a:moveTo>
                <a:lnTo>
                  <a:pt x="20104099" y="10508643"/>
                </a:lnTo>
                <a:lnTo>
                  <a:pt x="20104099" y="0"/>
                </a:lnTo>
                <a:lnTo>
                  <a:pt x="0" y="0"/>
                </a:lnTo>
                <a:lnTo>
                  <a:pt x="0" y="10508643"/>
                </a:lnTo>
                <a:close/>
              </a:path>
            </a:pathLst>
          </a:custGeom>
          <a:solidFill>
            <a:srgbClr val="5A3695"/>
          </a:solidFill>
        </p:spPr>
        <p:txBody>
          <a:bodyPr wrap="square" lIns="0" tIns="0" rIns="0" bIns="0" rtlCol="0"/>
          <a:lstStyle/>
          <a:p>
            <a:endParaRPr sz="1092"/>
          </a:p>
        </p:txBody>
      </p:sp>
      <p:sp>
        <p:nvSpPr>
          <p:cNvPr id="3" name="object 3">
            <a:extLst>
              <a:ext uri="{FF2B5EF4-FFF2-40B4-BE49-F238E27FC236}">
                <a16:creationId xmlns:a16="http://schemas.microsoft.com/office/drawing/2014/main" id="{80BA50BA-6C7D-E742-3456-3060637B80B4}"/>
              </a:ext>
            </a:extLst>
          </p:cNvPr>
          <p:cNvSpPr txBox="1"/>
          <p:nvPr/>
        </p:nvSpPr>
        <p:spPr>
          <a:xfrm>
            <a:off x="305206" y="161024"/>
            <a:ext cx="1644226" cy="153888"/>
          </a:xfrm>
          <a:prstGeom prst="rect">
            <a:avLst/>
          </a:prstGeom>
        </p:spPr>
        <p:txBody>
          <a:bodyPr vert="horz" wrap="square" lIns="0" tIns="0" rIns="0" bIns="0" rtlCol="0">
            <a:spAutoFit/>
          </a:bodyPr>
          <a:lstStyle/>
          <a:p>
            <a:pPr>
              <a:lnSpc>
                <a:spcPts val="1213"/>
              </a:lnSpc>
              <a:tabLst>
                <a:tab pos="555647" algn="l"/>
              </a:tabLst>
            </a:pPr>
            <a:r>
              <a:rPr sz="1546" spc="-22" baseline="1633" dirty="0">
                <a:solidFill>
                  <a:srgbClr val="FFFFFF"/>
                </a:solidFill>
                <a:latin typeface="VoltePlay-Medium"/>
                <a:cs typeface="VoltePlay-Medium"/>
              </a:rPr>
              <a:t>0</a:t>
            </a:r>
            <a:r>
              <a:rPr sz="1546" spc="-59" baseline="1633" dirty="0">
                <a:solidFill>
                  <a:srgbClr val="FFFFFF"/>
                </a:solidFill>
                <a:latin typeface="VoltePlay-Medium"/>
                <a:cs typeface="VoltePlay-Medium"/>
              </a:rPr>
              <a:t>1</a:t>
            </a:r>
            <a:r>
              <a:rPr sz="1546" spc="9" baseline="1633" dirty="0">
                <a:solidFill>
                  <a:srgbClr val="FFFFFF"/>
                </a:solidFill>
                <a:latin typeface="VoltePlay-Medium"/>
                <a:cs typeface="VoltePlay-Medium"/>
              </a:rPr>
              <a:t>1</a:t>
            </a:r>
            <a:r>
              <a:rPr sz="1546" baseline="1633" dirty="0">
                <a:solidFill>
                  <a:srgbClr val="FFFFFF"/>
                </a:solidFill>
                <a:latin typeface="VoltePlay-Medium"/>
                <a:cs typeface="VoltePlay-Medium"/>
              </a:rPr>
              <a:t>	</a:t>
            </a:r>
            <a:r>
              <a:rPr sz="1092" spc="-27" dirty="0">
                <a:solidFill>
                  <a:srgbClr val="FFFFFF"/>
                </a:solidFill>
                <a:latin typeface="VoltePlay-Medium"/>
                <a:cs typeface="VoltePlay-Medium"/>
              </a:rPr>
              <a:t>P</a:t>
            </a:r>
            <a:r>
              <a:rPr sz="1092" spc="-33" dirty="0">
                <a:solidFill>
                  <a:srgbClr val="FFFFFF"/>
                </a:solidFill>
                <a:latin typeface="VoltePlay-Medium"/>
                <a:cs typeface="VoltePlay-Medium"/>
              </a:rPr>
              <a:t>r</a:t>
            </a:r>
            <a:r>
              <a:rPr sz="1092" spc="-12" dirty="0">
                <a:solidFill>
                  <a:srgbClr val="FFFFFF"/>
                </a:solidFill>
                <a:latin typeface="VoltePlay-Medium"/>
                <a:cs typeface="VoltePlay-Medium"/>
              </a:rPr>
              <a:t>e</a:t>
            </a:r>
            <a:r>
              <a:rPr sz="1092" spc="-15" dirty="0">
                <a:solidFill>
                  <a:srgbClr val="FFFFFF"/>
                </a:solidFill>
                <a:latin typeface="VoltePlay-Medium"/>
                <a:cs typeface="VoltePlay-Medium"/>
              </a:rPr>
              <a:t>s</a:t>
            </a:r>
            <a:r>
              <a:rPr sz="1092" spc="-12" dirty="0">
                <a:solidFill>
                  <a:srgbClr val="FFFFFF"/>
                </a:solidFill>
                <a:latin typeface="VoltePlay-Medium"/>
                <a:cs typeface="VoltePlay-Medium"/>
              </a:rPr>
              <a:t>e</a:t>
            </a:r>
            <a:r>
              <a:rPr sz="1092" spc="-27" dirty="0">
                <a:solidFill>
                  <a:srgbClr val="FFFFFF"/>
                </a:solidFill>
                <a:latin typeface="VoltePlay-Medium"/>
                <a:cs typeface="VoltePlay-Medium"/>
              </a:rPr>
              <a:t>n</a:t>
            </a:r>
            <a:r>
              <a:rPr sz="1092" spc="-33" dirty="0">
                <a:solidFill>
                  <a:srgbClr val="FFFFFF"/>
                </a:solidFill>
                <a:latin typeface="VoltePlay-Medium"/>
                <a:cs typeface="VoltePlay-Medium"/>
              </a:rPr>
              <a:t>t</a:t>
            </a:r>
            <a:r>
              <a:rPr sz="1092" spc="-18" dirty="0">
                <a:solidFill>
                  <a:srgbClr val="FFFFFF"/>
                </a:solidFill>
                <a:latin typeface="VoltePlay-Medium"/>
                <a:cs typeface="VoltePlay-Medium"/>
              </a:rPr>
              <a:t>a</a:t>
            </a:r>
            <a:r>
              <a:rPr sz="1092" spc="-15" dirty="0">
                <a:solidFill>
                  <a:srgbClr val="FFFFFF"/>
                </a:solidFill>
                <a:latin typeface="VoltePlay-Medium"/>
                <a:cs typeface="VoltePlay-Medium"/>
              </a:rPr>
              <a:t>t</a:t>
            </a:r>
            <a:r>
              <a:rPr sz="1092" spc="-21" dirty="0">
                <a:solidFill>
                  <a:srgbClr val="FFFFFF"/>
                </a:solidFill>
                <a:latin typeface="VoltePlay-Medium"/>
                <a:cs typeface="VoltePlay-Medium"/>
              </a:rPr>
              <a:t>i</a:t>
            </a:r>
            <a:r>
              <a:rPr sz="1092" spc="-15" dirty="0">
                <a:solidFill>
                  <a:srgbClr val="FFFFFF"/>
                </a:solidFill>
                <a:latin typeface="VoltePlay-Medium"/>
                <a:cs typeface="VoltePlay-Medium"/>
              </a:rPr>
              <a:t>o</a:t>
            </a:r>
            <a:r>
              <a:rPr sz="1092" spc="3" dirty="0">
                <a:solidFill>
                  <a:srgbClr val="FFFFFF"/>
                </a:solidFill>
                <a:latin typeface="VoltePlay-Medium"/>
                <a:cs typeface="VoltePlay-Medium"/>
              </a:rPr>
              <a:t>n</a:t>
            </a:r>
            <a:r>
              <a:rPr sz="1092" spc="-21" dirty="0">
                <a:solidFill>
                  <a:srgbClr val="FFFFFF"/>
                </a:solidFill>
                <a:latin typeface="VoltePlay-Medium"/>
                <a:cs typeface="VoltePlay-Medium"/>
              </a:rPr>
              <a:t> </a:t>
            </a:r>
            <a:r>
              <a:rPr sz="1092" spc="-15" dirty="0">
                <a:solidFill>
                  <a:srgbClr val="FFFFFF"/>
                </a:solidFill>
                <a:latin typeface="VoltePlay-Medium"/>
                <a:cs typeface="VoltePlay-Medium"/>
              </a:rPr>
              <a:t>t</a:t>
            </a:r>
            <a:r>
              <a:rPr sz="1092" spc="-24" dirty="0">
                <a:solidFill>
                  <a:srgbClr val="FFFFFF"/>
                </a:solidFill>
                <a:latin typeface="VoltePlay-Medium"/>
                <a:cs typeface="VoltePlay-Medium"/>
              </a:rPr>
              <a:t>i</a:t>
            </a:r>
            <a:r>
              <a:rPr sz="1092" spc="-18" dirty="0">
                <a:solidFill>
                  <a:srgbClr val="FFFFFF"/>
                </a:solidFill>
                <a:latin typeface="VoltePlay-Medium"/>
                <a:cs typeface="VoltePlay-Medium"/>
              </a:rPr>
              <a:t>tl</a:t>
            </a:r>
            <a:r>
              <a:rPr sz="1092" spc="3" dirty="0">
                <a:solidFill>
                  <a:srgbClr val="FFFFFF"/>
                </a:solidFill>
                <a:latin typeface="VoltePlay-Medium"/>
                <a:cs typeface="VoltePlay-Medium"/>
              </a:rPr>
              <a:t>e</a:t>
            </a:r>
            <a:endParaRPr sz="1092">
              <a:latin typeface="VoltePlay-Medium"/>
              <a:cs typeface="VoltePlay-Medium"/>
            </a:endParaRPr>
          </a:p>
        </p:txBody>
      </p:sp>
      <p:grpSp>
        <p:nvGrpSpPr>
          <p:cNvPr id="4" name="object 4">
            <a:extLst>
              <a:ext uri="{FF2B5EF4-FFF2-40B4-BE49-F238E27FC236}">
                <a16:creationId xmlns:a16="http://schemas.microsoft.com/office/drawing/2014/main" id="{E4244B03-E42F-1198-B004-0A30E7C1E92B}"/>
              </a:ext>
            </a:extLst>
          </p:cNvPr>
          <p:cNvGrpSpPr/>
          <p:nvPr/>
        </p:nvGrpSpPr>
        <p:grpSpPr>
          <a:xfrm>
            <a:off x="428" y="0"/>
            <a:ext cx="12191144" cy="485181"/>
            <a:chOff x="0" y="0"/>
            <a:chExt cx="20104100" cy="800100"/>
          </a:xfrm>
        </p:grpSpPr>
        <p:pic>
          <p:nvPicPr>
            <p:cNvPr id="5" name="object 5">
              <a:extLst>
                <a:ext uri="{FF2B5EF4-FFF2-40B4-BE49-F238E27FC236}">
                  <a16:creationId xmlns:a16="http://schemas.microsoft.com/office/drawing/2014/main" id="{1F1095E0-1389-4C56-4B1E-7D813A46F8D8}"/>
                </a:ext>
              </a:extLst>
            </p:cNvPr>
            <p:cNvPicPr/>
            <p:nvPr/>
          </p:nvPicPr>
          <p:blipFill>
            <a:blip r:embed="rId3" cstate="print"/>
            <a:stretch>
              <a:fillRect/>
            </a:stretch>
          </p:blipFill>
          <p:spPr>
            <a:xfrm>
              <a:off x="17915695" y="300734"/>
              <a:ext cx="1685802" cy="198423"/>
            </a:xfrm>
            <a:prstGeom prst="rect">
              <a:avLst/>
            </a:prstGeom>
          </p:spPr>
        </p:pic>
        <p:sp>
          <p:nvSpPr>
            <p:cNvPr id="6" name="object 6">
              <a:extLst>
                <a:ext uri="{FF2B5EF4-FFF2-40B4-BE49-F238E27FC236}">
                  <a16:creationId xmlns:a16="http://schemas.microsoft.com/office/drawing/2014/main" id="{A3AB87A3-A3A3-2AFC-FD6B-C6ADA70B43A0}"/>
                </a:ext>
              </a:extLst>
            </p:cNvPr>
            <p:cNvSpPr/>
            <p:nvPr/>
          </p:nvSpPr>
          <p:spPr>
            <a:xfrm>
              <a:off x="0" y="0"/>
              <a:ext cx="20104100" cy="800100"/>
            </a:xfrm>
            <a:custGeom>
              <a:avLst/>
              <a:gdLst/>
              <a:ahLst/>
              <a:cxnLst/>
              <a:rect l="l" t="t" r="r" b="b"/>
              <a:pathLst>
                <a:path w="20104100" h="800100">
                  <a:moveTo>
                    <a:pt x="20104099" y="0"/>
                  </a:moveTo>
                  <a:lnTo>
                    <a:pt x="0" y="0"/>
                  </a:lnTo>
                  <a:lnTo>
                    <a:pt x="0" y="799912"/>
                  </a:lnTo>
                  <a:lnTo>
                    <a:pt x="20104099" y="799912"/>
                  </a:lnTo>
                  <a:lnTo>
                    <a:pt x="20104099" y="0"/>
                  </a:lnTo>
                  <a:close/>
                </a:path>
              </a:pathLst>
            </a:custGeom>
            <a:solidFill>
              <a:srgbClr val="382A7E"/>
            </a:solidFill>
          </p:spPr>
          <p:txBody>
            <a:bodyPr wrap="square" lIns="0" tIns="0" rIns="0" bIns="0" rtlCol="0"/>
            <a:lstStyle/>
            <a:p>
              <a:endParaRPr sz="1092"/>
            </a:p>
          </p:txBody>
        </p:sp>
      </p:grpSp>
      <p:sp>
        <p:nvSpPr>
          <p:cNvPr id="9" name="object 9">
            <a:extLst>
              <a:ext uri="{FF2B5EF4-FFF2-40B4-BE49-F238E27FC236}">
                <a16:creationId xmlns:a16="http://schemas.microsoft.com/office/drawing/2014/main" id="{B2620321-8322-8B9F-368E-FF3EA7586417}"/>
              </a:ext>
            </a:extLst>
          </p:cNvPr>
          <p:cNvSpPr txBox="1">
            <a:spLocks noGrp="1"/>
          </p:cNvSpPr>
          <p:nvPr>
            <p:ph type="title"/>
          </p:nvPr>
        </p:nvSpPr>
        <p:spPr>
          <a:xfrm>
            <a:off x="2565605" y="3019174"/>
            <a:ext cx="6720548" cy="502941"/>
          </a:xfrm>
          <a:prstGeom prst="rect">
            <a:avLst/>
          </a:prstGeom>
        </p:spPr>
        <p:txBody>
          <a:bodyPr vert="horz" wrap="square" lIns="0" tIns="10397" rIns="0" bIns="0" rtlCol="0" anchor="ctr">
            <a:spAutoFit/>
          </a:bodyPr>
          <a:lstStyle/>
          <a:p>
            <a:pPr marL="23489" algn="ctr">
              <a:lnSpc>
                <a:spcPct val="100000"/>
              </a:lnSpc>
              <a:spcBef>
                <a:spcPts val="82"/>
              </a:spcBef>
            </a:pPr>
            <a:r>
              <a:rPr lang="en-GB" sz="3200" b="1" spc="12" dirty="0">
                <a:solidFill>
                  <a:srgbClr val="FFFFFF"/>
                </a:solidFill>
              </a:rPr>
              <a:t>Manager Related Tasks</a:t>
            </a:r>
            <a:endParaRPr sz="3200" b="1" spc="12" dirty="0">
              <a:solidFill>
                <a:srgbClr val="FFFFFF"/>
              </a:solidFill>
            </a:endParaRPr>
          </a:p>
        </p:txBody>
      </p:sp>
      <p:grpSp>
        <p:nvGrpSpPr>
          <p:cNvPr id="10" name="object 10">
            <a:extLst>
              <a:ext uri="{FF2B5EF4-FFF2-40B4-BE49-F238E27FC236}">
                <a16:creationId xmlns:a16="http://schemas.microsoft.com/office/drawing/2014/main" id="{A5A8C9CB-BEEA-B1CC-3AC3-14FD4AE1F824}"/>
              </a:ext>
            </a:extLst>
          </p:cNvPr>
          <p:cNvGrpSpPr/>
          <p:nvPr/>
        </p:nvGrpSpPr>
        <p:grpSpPr>
          <a:xfrm>
            <a:off x="10864522" y="183931"/>
            <a:ext cx="1022346" cy="121680"/>
            <a:chOff x="17915695" y="303316"/>
            <a:chExt cx="1685925" cy="200660"/>
          </a:xfrm>
        </p:grpSpPr>
        <p:sp>
          <p:nvSpPr>
            <p:cNvPr id="11" name="object 11">
              <a:extLst>
                <a:ext uri="{FF2B5EF4-FFF2-40B4-BE49-F238E27FC236}">
                  <a16:creationId xmlns:a16="http://schemas.microsoft.com/office/drawing/2014/main" id="{692A5BF2-93CE-E8C7-E4DF-0A3D63A1B01A}"/>
                </a:ext>
              </a:extLst>
            </p:cNvPr>
            <p:cNvSpPr/>
            <p:nvPr/>
          </p:nvSpPr>
          <p:spPr>
            <a:xfrm>
              <a:off x="17915687" y="303332"/>
              <a:ext cx="805815" cy="200660"/>
            </a:xfrm>
            <a:custGeom>
              <a:avLst/>
              <a:gdLst/>
              <a:ahLst/>
              <a:cxnLst/>
              <a:rect l="l" t="t" r="r" b="b"/>
              <a:pathLst>
                <a:path w="805815" h="200659">
                  <a:moveTo>
                    <a:pt x="193268" y="0"/>
                  </a:moveTo>
                  <a:lnTo>
                    <a:pt x="0" y="0"/>
                  </a:lnTo>
                  <a:lnTo>
                    <a:pt x="0" y="58420"/>
                  </a:lnTo>
                  <a:lnTo>
                    <a:pt x="57365" y="58420"/>
                  </a:lnTo>
                  <a:lnTo>
                    <a:pt x="57365" y="200660"/>
                  </a:lnTo>
                  <a:lnTo>
                    <a:pt x="137160" y="200660"/>
                  </a:lnTo>
                  <a:lnTo>
                    <a:pt x="137160" y="58420"/>
                  </a:lnTo>
                  <a:lnTo>
                    <a:pt x="193268" y="58420"/>
                  </a:lnTo>
                  <a:lnTo>
                    <a:pt x="193268" y="0"/>
                  </a:lnTo>
                  <a:close/>
                </a:path>
                <a:path w="805815" h="200659">
                  <a:moveTo>
                    <a:pt x="411492" y="200444"/>
                  </a:moveTo>
                  <a:lnTo>
                    <a:pt x="334810" y="0"/>
                  </a:lnTo>
                  <a:lnTo>
                    <a:pt x="250634" y="0"/>
                  </a:lnTo>
                  <a:lnTo>
                    <a:pt x="175818" y="200444"/>
                  </a:lnTo>
                  <a:lnTo>
                    <a:pt x="250634" y="200444"/>
                  </a:lnTo>
                  <a:lnTo>
                    <a:pt x="292100" y="81051"/>
                  </a:lnTo>
                  <a:lnTo>
                    <a:pt x="334810" y="200444"/>
                  </a:lnTo>
                  <a:lnTo>
                    <a:pt x="411492" y="200444"/>
                  </a:lnTo>
                  <a:close/>
                </a:path>
                <a:path w="805815" h="200659">
                  <a:moveTo>
                    <a:pt x="588238" y="0"/>
                  </a:moveTo>
                  <a:lnTo>
                    <a:pt x="394970" y="0"/>
                  </a:lnTo>
                  <a:lnTo>
                    <a:pt x="394970" y="58420"/>
                  </a:lnTo>
                  <a:lnTo>
                    <a:pt x="452018" y="58420"/>
                  </a:lnTo>
                  <a:lnTo>
                    <a:pt x="452018" y="200660"/>
                  </a:lnTo>
                  <a:lnTo>
                    <a:pt x="532130" y="200660"/>
                  </a:lnTo>
                  <a:lnTo>
                    <a:pt x="532130" y="58420"/>
                  </a:lnTo>
                  <a:lnTo>
                    <a:pt x="588238" y="58420"/>
                  </a:lnTo>
                  <a:lnTo>
                    <a:pt x="588238" y="0"/>
                  </a:lnTo>
                  <a:close/>
                </a:path>
                <a:path w="805815" h="200659">
                  <a:moveTo>
                    <a:pt x="805535" y="200444"/>
                  </a:moveTo>
                  <a:lnTo>
                    <a:pt x="728522" y="0"/>
                  </a:lnTo>
                  <a:lnTo>
                    <a:pt x="644359" y="0"/>
                  </a:lnTo>
                  <a:lnTo>
                    <a:pt x="569544" y="200444"/>
                  </a:lnTo>
                  <a:lnTo>
                    <a:pt x="644359" y="200444"/>
                  </a:lnTo>
                  <a:lnTo>
                    <a:pt x="686130" y="81051"/>
                  </a:lnTo>
                  <a:lnTo>
                    <a:pt x="728522" y="200444"/>
                  </a:lnTo>
                  <a:lnTo>
                    <a:pt x="805535" y="200444"/>
                  </a:lnTo>
                  <a:close/>
                </a:path>
              </a:pathLst>
            </a:custGeom>
            <a:solidFill>
              <a:srgbClr val="FFFFFF"/>
            </a:solidFill>
          </p:spPr>
          <p:txBody>
            <a:bodyPr wrap="square" lIns="0" tIns="0" rIns="0" bIns="0" rtlCol="0"/>
            <a:lstStyle/>
            <a:p>
              <a:endParaRPr sz="1092"/>
            </a:p>
          </p:txBody>
        </p:sp>
        <p:sp>
          <p:nvSpPr>
            <p:cNvPr id="12" name="object 12">
              <a:extLst>
                <a:ext uri="{FF2B5EF4-FFF2-40B4-BE49-F238E27FC236}">
                  <a16:creationId xmlns:a16="http://schemas.microsoft.com/office/drawing/2014/main" id="{3C65D253-39A6-4817-C13B-82CABF10A0F9}"/>
                </a:ext>
              </a:extLst>
            </p:cNvPr>
            <p:cNvSpPr/>
            <p:nvPr/>
          </p:nvSpPr>
          <p:spPr>
            <a:xfrm>
              <a:off x="19002833" y="303332"/>
              <a:ext cx="147320" cy="200660"/>
            </a:xfrm>
            <a:custGeom>
              <a:avLst/>
              <a:gdLst/>
              <a:ahLst/>
              <a:cxnLst/>
              <a:rect l="l" t="t" r="r" b="b"/>
              <a:pathLst>
                <a:path w="147319" h="200659">
                  <a:moveTo>
                    <a:pt x="147281" y="142240"/>
                  </a:moveTo>
                  <a:lnTo>
                    <a:pt x="70675" y="142240"/>
                  </a:lnTo>
                  <a:lnTo>
                    <a:pt x="70675" y="0"/>
                  </a:lnTo>
                  <a:lnTo>
                    <a:pt x="0" y="0"/>
                  </a:lnTo>
                  <a:lnTo>
                    <a:pt x="0" y="142240"/>
                  </a:lnTo>
                  <a:lnTo>
                    <a:pt x="0" y="200660"/>
                  </a:lnTo>
                  <a:lnTo>
                    <a:pt x="147281" y="200660"/>
                  </a:lnTo>
                  <a:lnTo>
                    <a:pt x="147281" y="142240"/>
                  </a:lnTo>
                  <a:close/>
                </a:path>
              </a:pathLst>
            </a:custGeom>
            <a:solidFill>
              <a:srgbClr val="ED0080"/>
            </a:solidFill>
          </p:spPr>
          <p:txBody>
            <a:bodyPr wrap="square" lIns="0" tIns="0" rIns="0" bIns="0" rtlCol="0"/>
            <a:lstStyle/>
            <a:p>
              <a:endParaRPr sz="1092"/>
            </a:p>
          </p:txBody>
        </p:sp>
        <p:pic>
          <p:nvPicPr>
            <p:cNvPr id="13" name="object 13">
              <a:extLst>
                <a:ext uri="{FF2B5EF4-FFF2-40B4-BE49-F238E27FC236}">
                  <a16:creationId xmlns:a16="http://schemas.microsoft.com/office/drawing/2014/main" id="{62127B95-9877-ADC2-9F4E-6F1532F40C95}"/>
                </a:ext>
              </a:extLst>
            </p:cNvPr>
            <p:cNvPicPr/>
            <p:nvPr/>
          </p:nvPicPr>
          <p:blipFill>
            <a:blip r:embed="rId4" cstate="email">
              <a:extLst>
                <a:ext uri="{28A0092B-C50C-407E-A947-70E740481C1C}">
                  <a14:useLocalDpi xmlns:a14="http://schemas.microsoft.com/office/drawing/2010/main"/>
                </a:ext>
              </a:extLst>
            </a:blip>
            <a:stretch>
              <a:fillRect/>
            </a:stretch>
          </p:blipFill>
          <p:spPr>
            <a:xfrm>
              <a:off x="18798201" y="303316"/>
              <a:ext cx="180088" cy="200454"/>
            </a:xfrm>
            <a:prstGeom prst="rect">
              <a:avLst/>
            </a:prstGeom>
          </p:spPr>
        </p:pic>
        <p:pic>
          <p:nvPicPr>
            <p:cNvPr id="14" name="object 14">
              <a:extLst>
                <a:ext uri="{FF2B5EF4-FFF2-40B4-BE49-F238E27FC236}">
                  <a16:creationId xmlns:a16="http://schemas.microsoft.com/office/drawing/2014/main" id="{2DA26A7A-F7AB-28D1-5FF3-EFBA67B5BA3F}"/>
                </a:ext>
              </a:extLst>
            </p:cNvPr>
            <p:cNvPicPr/>
            <p:nvPr/>
          </p:nvPicPr>
          <p:blipFill>
            <a:blip r:embed="rId5" cstate="email">
              <a:extLst>
                <a:ext uri="{28A0092B-C50C-407E-A947-70E740481C1C}">
                  <a14:useLocalDpi xmlns:a14="http://schemas.microsoft.com/office/drawing/2010/main"/>
                </a:ext>
              </a:extLst>
            </a:blip>
            <a:stretch>
              <a:fillRect/>
            </a:stretch>
          </p:blipFill>
          <p:spPr>
            <a:xfrm>
              <a:off x="19171547" y="303321"/>
              <a:ext cx="429949" cy="200444"/>
            </a:xfrm>
            <a:prstGeom prst="rect">
              <a:avLst/>
            </a:prstGeom>
          </p:spPr>
        </p:pic>
      </p:grpSp>
    </p:spTree>
    <p:extLst>
      <p:ext uri="{BB962C8B-B14F-4D97-AF65-F5344CB8AC3E}">
        <p14:creationId xmlns:p14="http://schemas.microsoft.com/office/powerpoint/2010/main" val="2727782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E1B9D-8753-12CE-1CAB-3D38238CCDC2}"/>
              </a:ext>
            </a:extLst>
          </p:cNvPr>
          <p:cNvSpPr>
            <a:spLocks noGrp="1"/>
          </p:cNvSpPr>
          <p:nvPr>
            <p:ph type="title"/>
          </p:nvPr>
        </p:nvSpPr>
        <p:spPr>
          <a:xfrm>
            <a:off x="225477" y="1243587"/>
            <a:ext cx="11228799" cy="458890"/>
          </a:xfrm>
        </p:spPr>
        <p:txBody>
          <a:bodyPr>
            <a:normAutofit fontScale="90000"/>
          </a:bodyPr>
          <a:lstStyle/>
          <a:p>
            <a:r>
              <a:rPr lang="en-IN" sz="1800" b="1" dirty="0">
                <a:solidFill>
                  <a:schemeClr val="tx1"/>
                </a:solidFill>
              </a:rPr>
              <a:t>Once the employee submits the document notification will trigger to the line manager, Manager will click on the link in the notification to go to the document or through below path</a:t>
            </a:r>
          </a:p>
        </p:txBody>
      </p:sp>
      <p:pic>
        <p:nvPicPr>
          <p:cNvPr id="4" name="Picture 3">
            <a:extLst>
              <a:ext uri="{FF2B5EF4-FFF2-40B4-BE49-F238E27FC236}">
                <a16:creationId xmlns:a16="http://schemas.microsoft.com/office/drawing/2014/main" id="{D9AACC00-7954-69A0-78B0-3F23101D7632}"/>
              </a:ext>
            </a:extLst>
          </p:cNvPr>
          <p:cNvPicPr>
            <a:picLocks noChangeAspect="1"/>
          </p:cNvPicPr>
          <p:nvPr/>
        </p:nvPicPr>
        <p:blipFill>
          <a:blip r:embed="rId2"/>
          <a:stretch>
            <a:fillRect/>
          </a:stretch>
        </p:blipFill>
        <p:spPr>
          <a:xfrm>
            <a:off x="2474560" y="2320707"/>
            <a:ext cx="7242879" cy="4077478"/>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0CD23E6F-9B26-F724-8858-70659929B7FA}"/>
                  </a:ext>
                </a:extLst>
              </p14:cNvPr>
              <p14:cNvContentPartPr/>
              <p14:nvPr/>
            </p14:nvContentPartPr>
            <p14:xfrm>
              <a:off x="2638363" y="640688"/>
              <a:ext cx="854640" cy="231480"/>
            </p14:xfrm>
          </p:contentPart>
        </mc:Choice>
        <mc:Fallback xmlns="">
          <p:pic>
            <p:nvPicPr>
              <p:cNvPr id="7" name="Ink 6">
                <a:extLst>
                  <a:ext uri="{FF2B5EF4-FFF2-40B4-BE49-F238E27FC236}">
                    <a16:creationId xmlns:a16="http://schemas.microsoft.com/office/drawing/2014/main" id="{0CD23E6F-9B26-F724-8858-70659929B7FA}"/>
                  </a:ext>
                </a:extLst>
              </p:cNvPr>
              <p:cNvPicPr/>
              <p:nvPr/>
            </p:nvPicPr>
            <p:blipFill>
              <a:blip r:embed="rId4"/>
              <a:stretch>
                <a:fillRect/>
              </a:stretch>
            </p:blipFill>
            <p:spPr>
              <a:xfrm>
                <a:off x="2575363" y="577688"/>
                <a:ext cx="980280" cy="357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312F02FD-8A1A-90FD-4790-38ADA5D699CC}"/>
                  </a:ext>
                </a:extLst>
              </p14:cNvPr>
              <p14:cNvContentPartPr/>
              <p14:nvPr/>
            </p14:nvContentPartPr>
            <p14:xfrm>
              <a:off x="4152163" y="1948568"/>
              <a:ext cx="1170720" cy="720"/>
            </p14:xfrm>
          </p:contentPart>
        </mc:Choice>
        <mc:Fallback xmlns="">
          <p:pic>
            <p:nvPicPr>
              <p:cNvPr id="9" name="Ink 8">
                <a:extLst>
                  <a:ext uri="{FF2B5EF4-FFF2-40B4-BE49-F238E27FC236}">
                    <a16:creationId xmlns:a16="http://schemas.microsoft.com/office/drawing/2014/main" id="{312F02FD-8A1A-90FD-4790-38ADA5D699CC}"/>
                  </a:ext>
                </a:extLst>
              </p:cNvPr>
              <p:cNvPicPr/>
              <p:nvPr/>
            </p:nvPicPr>
            <p:blipFill>
              <a:blip r:embed="rId6"/>
              <a:stretch>
                <a:fillRect/>
              </a:stretch>
            </p:blipFill>
            <p:spPr>
              <a:xfrm>
                <a:off x="4089163" y="1822568"/>
                <a:ext cx="129636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09C8BF04-6323-8E5C-8423-C30696D0E0D9}"/>
                  </a:ext>
                </a:extLst>
              </p14:cNvPr>
              <p14:cNvContentPartPr/>
              <p14:nvPr/>
            </p14:nvContentPartPr>
            <p14:xfrm>
              <a:off x="4107523" y="3417008"/>
              <a:ext cx="630000" cy="90360"/>
            </p14:xfrm>
          </p:contentPart>
        </mc:Choice>
        <mc:Fallback xmlns="">
          <p:pic>
            <p:nvPicPr>
              <p:cNvPr id="11" name="Ink 10">
                <a:extLst>
                  <a:ext uri="{FF2B5EF4-FFF2-40B4-BE49-F238E27FC236}">
                    <a16:creationId xmlns:a16="http://schemas.microsoft.com/office/drawing/2014/main" id="{09C8BF04-6323-8E5C-8423-C30696D0E0D9}"/>
                  </a:ext>
                </a:extLst>
              </p:cNvPr>
              <p:cNvPicPr/>
              <p:nvPr/>
            </p:nvPicPr>
            <p:blipFill>
              <a:blip r:embed="rId8"/>
              <a:stretch>
                <a:fillRect/>
              </a:stretch>
            </p:blipFill>
            <p:spPr>
              <a:xfrm>
                <a:off x="4098523" y="3408368"/>
                <a:ext cx="647640" cy="108000"/>
              </a:xfrm>
              <a:prstGeom prst="rect">
                <a:avLst/>
              </a:prstGeom>
            </p:spPr>
          </p:pic>
        </mc:Fallback>
      </mc:AlternateContent>
      <p:grpSp>
        <p:nvGrpSpPr>
          <p:cNvPr id="16" name="Group 15">
            <a:extLst>
              <a:ext uri="{FF2B5EF4-FFF2-40B4-BE49-F238E27FC236}">
                <a16:creationId xmlns:a16="http://schemas.microsoft.com/office/drawing/2014/main" id="{7FCDCA28-DEA3-AA33-4685-B477223F931A}"/>
              </a:ext>
            </a:extLst>
          </p:cNvPr>
          <p:cNvGrpSpPr/>
          <p:nvPr/>
        </p:nvGrpSpPr>
        <p:grpSpPr>
          <a:xfrm>
            <a:off x="4077283" y="3402248"/>
            <a:ext cx="639360" cy="60480"/>
            <a:chOff x="4077283" y="3402248"/>
            <a:chExt cx="639360" cy="60480"/>
          </a:xfrm>
        </p:grpSpPr>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CEEC187E-69EB-48F3-DA1E-0813620D7A1E}"/>
                    </a:ext>
                  </a:extLst>
                </p14:cNvPr>
                <p14:cNvContentPartPr/>
                <p14:nvPr/>
              </p14:nvContentPartPr>
              <p14:xfrm>
                <a:off x="4107523" y="3402248"/>
                <a:ext cx="570960" cy="15840"/>
              </p14:xfrm>
            </p:contentPart>
          </mc:Choice>
          <mc:Fallback xmlns="">
            <p:pic>
              <p:nvPicPr>
                <p:cNvPr id="12" name="Ink 11">
                  <a:extLst>
                    <a:ext uri="{FF2B5EF4-FFF2-40B4-BE49-F238E27FC236}">
                      <a16:creationId xmlns:a16="http://schemas.microsoft.com/office/drawing/2014/main" id="{CEEC187E-69EB-48F3-DA1E-0813620D7A1E}"/>
                    </a:ext>
                  </a:extLst>
                </p:cNvPr>
                <p:cNvPicPr/>
                <p:nvPr/>
              </p:nvPicPr>
              <p:blipFill>
                <a:blip r:embed="rId10"/>
                <a:stretch>
                  <a:fillRect/>
                </a:stretch>
              </p:blipFill>
              <p:spPr>
                <a:xfrm>
                  <a:off x="4098523" y="3393248"/>
                  <a:ext cx="58860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183FD610-5B24-C449-5A56-9943EB65249C}"/>
                    </a:ext>
                  </a:extLst>
                </p14:cNvPr>
                <p14:cNvContentPartPr/>
                <p14:nvPr/>
              </p14:nvContentPartPr>
              <p14:xfrm>
                <a:off x="4092043" y="3432488"/>
                <a:ext cx="562320" cy="15480"/>
              </p14:xfrm>
            </p:contentPart>
          </mc:Choice>
          <mc:Fallback xmlns="">
            <p:pic>
              <p:nvPicPr>
                <p:cNvPr id="13" name="Ink 12">
                  <a:extLst>
                    <a:ext uri="{FF2B5EF4-FFF2-40B4-BE49-F238E27FC236}">
                      <a16:creationId xmlns:a16="http://schemas.microsoft.com/office/drawing/2014/main" id="{183FD610-5B24-C449-5A56-9943EB65249C}"/>
                    </a:ext>
                  </a:extLst>
                </p:cNvPr>
                <p:cNvPicPr/>
                <p:nvPr/>
              </p:nvPicPr>
              <p:blipFill>
                <a:blip r:embed="rId12"/>
                <a:stretch>
                  <a:fillRect/>
                </a:stretch>
              </p:blipFill>
              <p:spPr>
                <a:xfrm>
                  <a:off x="4083403" y="3423488"/>
                  <a:ext cx="57996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41B61E97-59F5-6BEC-F4B3-324FFCB84DBA}"/>
                    </a:ext>
                  </a:extLst>
                </p14:cNvPr>
                <p14:cNvContentPartPr/>
                <p14:nvPr/>
              </p14:nvContentPartPr>
              <p14:xfrm>
                <a:off x="4077283" y="3462368"/>
                <a:ext cx="639360" cy="360"/>
              </p14:xfrm>
            </p:contentPart>
          </mc:Choice>
          <mc:Fallback xmlns="">
            <p:pic>
              <p:nvPicPr>
                <p:cNvPr id="15" name="Ink 14">
                  <a:extLst>
                    <a:ext uri="{FF2B5EF4-FFF2-40B4-BE49-F238E27FC236}">
                      <a16:creationId xmlns:a16="http://schemas.microsoft.com/office/drawing/2014/main" id="{41B61E97-59F5-6BEC-F4B3-324FFCB84DBA}"/>
                    </a:ext>
                  </a:extLst>
                </p:cNvPr>
                <p:cNvPicPr/>
                <p:nvPr/>
              </p:nvPicPr>
              <p:blipFill>
                <a:blip r:embed="rId14"/>
                <a:stretch>
                  <a:fillRect/>
                </a:stretch>
              </p:blipFill>
              <p:spPr>
                <a:xfrm>
                  <a:off x="4068643" y="3453368"/>
                  <a:ext cx="65700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
            <p14:nvContentPartPr>
              <p14:cNvPr id="18" name="Ink 17">
                <a:extLst>
                  <a:ext uri="{FF2B5EF4-FFF2-40B4-BE49-F238E27FC236}">
                    <a16:creationId xmlns:a16="http://schemas.microsoft.com/office/drawing/2014/main" id="{B6012BD2-EF4D-9258-E1E9-36E223456FB7}"/>
                  </a:ext>
                </a:extLst>
              </p14:cNvPr>
              <p14:cNvContentPartPr/>
              <p14:nvPr/>
            </p14:nvContentPartPr>
            <p14:xfrm>
              <a:off x="4092043" y="3492248"/>
              <a:ext cx="570240" cy="720"/>
            </p14:xfrm>
          </p:contentPart>
        </mc:Choice>
        <mc:Fallback xmlns="">
          <p:pic>
            <p:nvPicPr>
              <p:cNvPr id="18" name="Ink 17">
                <a:extLst>
                  <a:ext uri="{FF2B5EF4-FFF2-40B4-BE49-F238E27FC236}">
                    <a16:creationId xmlns:a16="http://schemas.microsoft.com/office/drawing/2014/main" id="{B6012BD2-EF4D-9258-E1E9-36E223456FB7}"/>
                  </a:ext>
                </a:extLst>
              </p:cNvPr>
              <p:cNvPicPr/>
              <p:nvPr/>
            </p:nvPicPr>
            <p:blipFill>
              <a:blip r:embed="rId16"/>
              <a:stretch>
                <a:fillRect/>
              </a:stretch>
            </p:blipFill>
            <p:spPr>
              <a:xfrm>
                <a:off x="4083043" y="3474248"/>
                <a:ext cx="587880" cy="36000"/>
              </a:xfrm>
              <a:prstGeom prst="rect">
                <a:avLst/>
              </a:prstGeom>
            </p:spPr>
          </p:pic>
        </mc:Fallback>
      </mc:AlternateContent>
      <p:sp>
        <p:nvSpPr>
          <p:cNvPr id="3" name="object 2">
            <a:extLst>
              <a:ext uri="{FF2B5EF4-FFF2-40B4-BE49-F238E27FC236}">
                <a16:creationId xmlns:a16="http://schemas.microsoft.com/office/drawing/2014/main" id="{AD15E942-8ADB-8CAC-D5F2-EB3EFE54CF32}"/>
              </a:ext>
            </a:extLst>
          </p:cNvPr>
          <p:cNvSpPr/>
          <p:nvPr/>
        </p:nvSpPr>
        <p:spPr>
          <a:xfrm>
            <a:off x="428" y="42979"/>
            <a:ext cx="12191144" cy="485181"/>
          </a:xfrm>
          <a:custGeom>
            <a:avLst/>
            <a:gdLst/>
            <a:ahLst/>
            <a:cxnLst/>
            <a:rect l="l" t="t" r="r" b="b"/>
            <a:pathLst>
              <a:path w="20104100" h="800100">
                <a:moveTo>
                  <a:pt x="20104099" y="0"/>
                </a:moveTo>
                <a:lnTo>
                  <a:pt x="0" y="0"/>
                </a:lnTo>
                <a:lnTo>
                  <a:pt x="0" y="799912"/>
                </a:lnTo>
                <a:lnTo>
                  <a:pt x="20104099" y="799912"/>
                </a:lnTo>
                <a:lnTo>
                  <a:pt x="20104099" y="0"/>
                </a:lnTo>
                <a:close/>
              </a:path>
            </a:pathLst>
          </a:custGeom>
          <a:solidFill>
            <a:srgbClr val="382A7E"/>
          </a:solidFill>
        </p:spPr>
        <p:txBody>
          <a:bodyPr wrap="square" lIns="0" tIns="0" rIns="0" bIns="0" rtlCol="0"/>
          <a:lstStyle/>
          <a:p>
            <a:endParaRPr sz="1092"/>
          </a:p>
        </p:txBody>
      </p:sp>
      <p:grpSp>
        <p:nvGrpSpPr>
          <p:cNvPr id="5" name="object 9">
            <a:extLst>
              <a:ext uri="{FF2B5EF4-FFF2-40B4-BE49-F238E27FC236}">
                <a16:creationId xmlns:a16="http://schemas.microsoft.com/office/drawing/2014/main" id="{6EFA3DCF-6B4F-AEC1-EAAD-5F8B607F5223}"/>
              </a:ext>
            </a:extLst>
          </p:cNvPr>
          <p:cNvGrpSpPr/>
          <p:nvPr/>
        </p:nvGrpSpPr>
        <p:grpSpPr>
          <a:xfrm>
            <a:off x="10864522" y="183931"/>
            <a:ext cx="1022346" cy="121680"/>
            <a:chOff x="17915695" y="303316"/>
            <a:chExt cx="1685925" cy="200660"/>
          </a:xfrm>
        </p:grpSpPr>
        <p:sp>
          <p:nvSpPr>
            <p:cNvPr id="6" name="object 10">
              <a:extLst>
                <a:ext uri="{FF2B5EF4-FFF2-40B4-BE49-F238E27FC236}">
                  <a16:creationId xmlns:a16="http://schemas.microsoft.com/office/drawing/2014/main" id="{F4BDCE15-C936-4FCD-AB5D-172F8747D7A4}"/>
                </a:ext>
              </a:extLst>
            </p:cNvPr>
            <p:cNvSpPr/>
            <p:nvPr/>
          </p:nvSpPr>
          <p:spPr>
            <a:xfrm>
              <a:off x="17915687" y="303332"/>
              <a:ext cx="805815" cy="200660"/>
            </a:xfrm>
            <a:custGeom>
              <a:avLst/>
              <a:gdLst/>
              <a:ahLst/>
              <a:cxnLst/>
              <a:rect l="l" t="t" r="r" b="b"/>
              <a:pathLst>
                <a:path w="805815" h="200659">
                  <a:moveTo>
                    <a:pt x="193268" y="0"/>
                  </a:moveTo>
                  <a:lnTo>
                    <a:pt x="0" y="0"/>
                  </a:lnTo>
                  <a:lnTo>
                    <a:pt x="0" y="58420"/>
                  </a:lnTo>
                  <a:lnTo>
                    <a:pt x="57365" y="58420"/>
                  </a:lnTo>
                  <a:lnTo>
                    <a:pt x="57365" y="200660"/>
                  </a:lnTo>
                  <a:lnTo>
                    <a:pt x="137160" y="200660"/>
                  </a:lnTo>
                  <a:lnTo>
                    <a:pt x="137160" y="58420"/>
                  </a:lnTo>
                  <a:lnTo>
                    <a:pt x="193268" y="58420"/>
                  </a:lnTo>
                  <a:lnTo>
                    <a:pt x="193268" y="0"/>
                  </a:lnTo>
                  <a:close/>
                </a:path>
                <a:path w="805815" h="200659">
                  <a:moveTo>
                    <a:pt x="411492" y="200444"/>
                  </a:moveTo>
                  <a:lnTo>
                    <a:pt x="334810" y="0"/>
                  </a:lnTo>
                  <a:lnTo>
                    <a:pt x="250634" y="0"/>
                  </a:lnTo>
                  <a:lnTo>
                    <a:pt x="175818" y="200444"/>
                  </a:lnTo>
                  <a:lnTo>
                    <a:pt x="250634" y="200444"/>
                  </a:lnTo>
                  <a:lnTo>
                    <a:pt x="292100" y="81051"/>
                  </a:lnTo>
                  <a:lnTo>
                    <a:pt x="334810" y="200444"/>
                  </a:lnTo>
                  <a:lnTo>
                    <a:pt x="411492" y="200444"/>
                  </a:lnTo>
                  <a:close/>
                </a:path>
                <a:path w="805815" h="200659">
                  <a:moveTo>
                    <a:pt x="588238" y="0"/>
                  </a:moveTo>
                  <a:lnTo>
                    <a:pt x="394970" y="0"/>
                  </a:lnTo>
                  <a:lnTo>
                    <a:pt x="394970" y="58420"/>
                  </a:lnTo>
                  <a:lnTo>
                    <a:pt x="452018" y="58420"/>
                  </a:lnTo>
                  <a:lnTo>
                    <a:pt x="452018" y="200660"/>
                  </a:lnTo>
                  <a:lnTo>
                    <a:pt x="532130" y="200660"/>
                  </a:lnTo>
                  <a:lnTo>
                    <a:pt x="532130" y="58420"/>
                  </a:lnTo>
                  <a:lnTo>
                    <a:pt x="588238" y="58420"/>
                  </a:lnTo>
                  <a:lnTo>
                    <a:pt x="588238" y="0"/>
                  </a:lnTo>
                  <a:close/>
                </a:path>
                <a:path w="805815" h="200659">
                  <a:moveTo>
                    <a:pt x="805535" y="200444"/>
                  </a:moveTo>
                  <a:lnTo>
                    <a:pt x="728522" y="0"/>
                  </a:lnTo>
                  <a:lnTo>
                    <a:pt x="644359" y="0"/>
                  </a:lnTo>
                  <a:lnTo>
                    <a:pt x="569544" y="200444"/>
                  </a:lnTo>
                  <a:lnTo>
                    <a:pt x="644359" y="200444"/>
                  </a:lnTo>
                  <a:lnTo>
                    <a:pt x="686130" y="81051"/>
                  </a:lnTo>
                  <a:lnTo>
                    <a:pt x="728522" y="200444"/>
                  </a:lnTo>
                  <a:lnTo>
                    <a:pt x="805535" y="200444"/>
                  </a:lnTo>
                  <a:close/>
                </a:path>
              </a:pathLst>
            </a:custGeom>
            <a:solidFill>
              <a:srgbClr val="FFFFFF"/>
            </a:solidFill>
          </p:spPr>
          <p:txBody>
            <a:bodyPr wrap="square" lIns="0" tIns="0" rIns="0" bIns="0" rtlCol="0"/>
            <a:lstStyle/>
            <a:p>
              <a:endParaRPr sz="1092"/>
            </a:p>
          </p:txBody>
        </p:sp>
        <p:sp>
          <p:nvSpPr>
            <p:cNvPr id="8" name="object 11">
              <a:extLst>
                <a:ext uri="{FF2B5EF4-FFF2-40B4-BE49-F238E27FC236}">
                  <a16:creationId xmlns:a16="http://schemas.microsoft.com/office/drawing/2014/main" id="{CA4B3658-F51E-40AB-0E30-D9B375B36280}"/>
                </a:ext>
              </a:extLst>
            </p:cNvPr>
            <p:cNvSpPr/>
            <p:nvPr/>
          </p:nvSpPr>
          <p:spPr>
            <a:xfrm>
              <a:off x="19002833" y="303332"/>
              <a:ext cx="147320" cy="200660"/>
            </a:xfrm>
            <a:custGeom>
              <a:avLst/>
              <a:gdLst/>
              <a:ahLst/>
              <a:cxnLst/>
              <a:rect l="l" t="t" r="r" b="b"/>
              <a:pathLst>
                <a:path w="147319" h="200659">
                  <a:moveTo>
                    <a:pt x="147281" y="142240"/>
                  </a:moveTo>
                  <a:lnTo>
                    <a:pt x="70675" y="142240"/>
                  </a:lnTo>
                  <a:lnTo>
                    <a:pt x="70675" y="0"/>
                  </a:lnTo>
                  <a:lnTo>
                    <a:pt x="0" y="0"/>
                  </a:lnTo>
                  <a:lnTo>
                    <a:pt x="0" y="142240"/>
                  </a:lnTo>
                  <a:lnTo>
                    <a:pt x="0" y="200660"/>
                  </a:lnTo>
                  <a:lnTo>
                    <a:pt x="147281" y="200660"/>
                  </a:lnTo>
                  <a:lnTo>
                    <a:pt x="147281" y="142240"/>
                  </a:lnTo>
                  <a:close/>
                </a:path>
              </a:pathLst>
            </a:custGeom>
            <a:solidFill>
              <a:srgbClr val="ED0080"/>
            </a:solidFill>
          </p:spPr>
          <p:txBody>
            <a:bodyPr wrap="square" lIns="0" tIns="0" rIns="0" bIns="0" rtlCol="0"/>
            <a:lstStyle/>
            <a:p>
              <a:endParaRPr sz="1092"/>
            </a:p>
          </p:txBody>
        </p:sp>
        <p:pic>
          <p:nvPicPr>
            <p:cNvPr id="10" name="object 12">
              <a:extLst>
                <a:ext uri="{FF2B5EF4-FFF2-40B4-BE49-F238E27FC236}">
                  <a16:creationId xmlns:a16="http://schemas.microsoft.com/office/drawing/2014/main" id="{73F86435-3619-8493-8C40-6EBE1E1EF99E}"/>
                </a:ext>
              </a:extLst>
            </p:cNvPr>
            <p:cNvPicPr/>
            <p:nvPr/>
          </p:nvPicPr>
          <p:blipFill>
            <a:blip r:embed="rId17" cstate="email">
              <a:extLst>
                <a:ext uri="{28A0092B-C50C-407E-A947-70E740481C1C}">
                  <a14:useLocalDpi xmlns:a14="http://schemas.microsoft.com/office/drawing/2010/main"/>
                </a:ext>
              </a:extLst>
            </a:blip>
            <a:stretch>
              <a:fillRect/>
            </a:stretch>
          </p:blipFill>
          <p:spPr>
            <a:xfrm>
              <a:off x="18798201" y="303316"/>
              <a:ext cx="180088" cy="200454"/>
            </a:xfrm>
            <a:prstGeom prst="rect">
              <a:avLst/>
            </a:prstGeom>
          </p:spPr>
        </p:pic>
        <p:pic>
          <p:nvPicPr>
            <p:cNvPr id="14" name="object 13">
              <a:extLst>
                <a:ext uri="{FF2B5EF4-FFF2-40B4-BE49-F238E27FC236}">
                  <a16:creationId xmlns:a16="http://schemas.microsoft.com/office/drawing/2014/main" id="{CCA5E13B-3CFE-CCDC-33CB-A74F83B8A0BB}"/>
                </a:ext>
              </a:extLst>
            </p:cNvPr>
            <p:cNvPicPr/>
            <p:nvPr/>
          </p:nvPicPr>
          <p:blipFill>
            <a:blip r:embed="rId18" cstate="email">
              <a:extLst>
                <a:ext uri="{28A0092B-C50C-407E-A947-70E740481C1C}">
                  <a14:useLocalDpi xmlns:a14="http://schemas.microsoft.com/office/drawing/2010/main"/>
                </a:ext>
              </a:extLst>
            </a:blip>
            <a:stretch>
              <a:fillRect/>
            </a:stretch>
          </p:blipFill>
          <p:spPr>
            <a:xfrm>
              <a:off x="19171547" y="303321"/>
              <a:ext cx="429949" cy="200444"/>
            </a:xfrm>
            <a:prstGeom prst="rect">
              <a:avLst/>
            </a:prstGeom>
          </p:spPr>
        </p:pic>
      </p:grpSp>
      <p:sp>
        <p:nvSpPr>
          <p:cNvPr id="17" name="object 4">
            <a:extLst>
              <a:ext uri="{FF2B5EF4-FFF2-40B4-BE49-F238E27FC236}">
                <a16:creationId xmlns:a16="http://schemas.microsoft.com/office/drawing/2014/main" id="{5A53339E-1BC4-6AD6-6F8A-214BEF9D9EA8}"/>
              </a:ext>
            </a:extLst>
          </p:cNvPr>
          <p:cNvSpPr txBox="1">
            <a:spLocks/>
          </p:cNvSpPr>
          <p:nvPr/>
        </p:nvSpPr>
        <p:spPr>
          <a:xfrm>
            <a:off x="294964" y="600999"/>
            <a:ext cx="3604204" cy="582105"/>
          </a:xfrm>
          <a:prstGeom prst="rect">
            <a:avLst/>
          </a:prstGeom>
          <a:noFill/>
          <a:ln>
            <a:noFill/>
          </a:ln>
        </p:spPr>
        <p:txBody>
          <a:bodyPr vert="horz" wrap="square" lIns="0" tIns="8086" rIns="0" bIns="0" rtlCol="0" anchor="ctr">
            <a:spAutoFit/>
          </a:bodyPr>
          <a:lstStyle>
            <a:lvl1pPr lvl="0" algn="l" defTabSz="914400" rtl="0" eaLnBrk="1" latinLnBrk="0" hangingPunct="1">
              <a:lnSpc>
                <a:spcPct val="90000"/>
              </a:lnSpc>
              <a:spcBef>
                <a:spcPts val="0"/>
              </a:spcBef>
              <a:buClr>
                <a:srgbClr val="CE0B10"/>
              </a:buClr>
              <a:buSzPct val="100000"/>
              <a:buFont typeface="Tahoma"/>
              <a:buNone/>
              <a:defRPr sz="4533" b="0" i="0" kern="1200">
                <a:gradFill>
                  <a:gsLst>
                    <a:gs pos="70000">
                      <a:srgbClr val="A72879"/>
                    </a:gs>
                    <a:gs pos="26000">
                      <a:srgbClr val="E3000F"/>
                    </a:gs>
                    <a:gs pos="0">
                      <a:srgbClr val="F08300"/>
                    </a:gs>
                    <a:gs pos="100000">
                      <a:srgbClr val="064497"/>
                    </a:gs>
                  </a:gsLst>
                  <a:lin ang="0" scaled="0"/>
                </a:gradFill>
                <a:latin typeface="Sky Text" charset="0"/>
                <a:ea typeface="Sky Text" charset="0"/>
                <a:cs typeface="Sky Text" charset="0"/>
                <a:sym typeface="Tahoma"/>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pPr marL="7701">
              <a:lnSpc>
                <a:spcPts val="4897"/>
              </a:lnSpc>
              <a:spcBef>
                <a:spcPts val="64"/>
              </a:spcBef>
            </a:pPr>
            <a:r>
              <a:rPr lang="en-IN" sz="3032" spc="-124" dirty="0">
                <a:solidFill>
                  <a:srgbClr val="DE198E"/>
                </a:solidFill>
                <a:latin typeface="Volte Play"/>
                <a:ea typeface="+mn-ea"/>
              </a:rPr>
              <a:t>Manager Feedback </a:t>
            </a:r>
          </a:p>
        </p:txBody>
      </p:sp>
    </p:spTree>
    <p:extLst>
      <p:ext uri="{BB962C8B-B14F-4D97-AF65-F5344CB8AC3E}">
        <p14:creationId xmlns:p14="http://schemas.microsoft.com/office/powerpoint/2010/main" val="2605195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0B48E86-8128-C4ED-0E58-E4F66FEC2C0D}"/>
              </a:ext>
            </a:extLst>
          </p:cNvPr>
          <p:cNvSpPr txBox="1"/>
          <p:nvPr/>
        </p:nvSpPr>
        <p:spPr>
          <a:xfrm>
            <a:off x="53808" y="2710484"/>
            <a:ext cx="11832984" cy="3217487"/>
          </a:xfrm>
          <a:prstGeom prst="rect">
            <a:avLst/>
          </a:prstGeom>
          <a:ln/>
        </p:spPr>
        <p:style>
          <a:lnRef idx="2">
            <a:schemeClr val="accent5"/>
          </a:lnRef>
          <a:fillRef idx="1">
            <a:schemeClr val="lt1"/>
          </a:fillRef>
          <a:effectRef idx="0">
            <a:schemeClr val="accent5"/>
          </a:effectRef>
          <a:fontRef idx="minor">
            <a:schemeClr val="dk1"/>
          </a:fontRef>
        </p:style>
        <p:txBody>
          <a:bodyPr wrap="square" rtlCol="0">
            <a:noAutofit/>
          </a:bodyPr>
          <a:lstStyle/>
          <a:p>
            <a:endParaRPr lang="en-US" sz="2122" b="1" dirty="0">
              <a:latin typeface="Volte Play" pitchFamily="50" charset="0"/>
            </a:endParaRPr>
          </a:p>
        </p:txBody>
      </p:sp>
      <p:sp>
        <p:nvSpPr>
          <p:cNvPr id="2" name="Title 1">
            <a:extLst>
              <a:ext uri="{FF2B5EF4-FFF2-40B4-BE49-F238E27FC236}">
                <a16:creationId xmlns:a16="http://schemas.microsoft.com/office/drawing/2014/main" id="{53F889FD-7862-CE92-FD5E-759227AFEE7E}"/>
              </a:ext>
            </a:extLst>
          </p:cNvPr>
          <p:cNvSpPr>
            <a:spLocks noGrp="1"/>
          </p:cNvSpPr>
          <p:nvPr>
            <p:ph type="title"/>
          </p:nvPr>
        </p:nvSpPr>
        <p:spPr>
          <a:xfrm>
            <a:off x="225477" y="1255943"/>
            <a:ext cx="11228799" cy="556862"/>
          </a:xfrm>
        </p:spPr>
        <p:txBody>
          <a:bodyPr>
            <a:normAutofit fontScale="90000"/>
          </a:bodyPr>
          <a:lstStyle/>
          <a:p>
            <a:br>
              <a:rPr lang="en-IN" sz="1800" b="1" dirty="0">
                <a:solidFill>
                  <a:schemeClr val="tx1"/>
                </a:solidFill>
              </a:rPr>
            </a:br>
            <a:r>
              <a:rPr lang="en-IN" sz="1800" b="1" dirty="0">
                <a:solidFill>
                  <a:schemeClr val="tx1"/>
                </a:solidFill>
              </a:rPr>
              <a:t>The Document can be opened via the path : My team &gt; Performance &gt; Click on the 360 document name</a:t>
            </a:r>
          </a:p>
        </p:txBody>
      </p:sp>
      <p:pic>
        <p:nvPicPr>
          <p:cNvPr id="6" name="Picture 5">
            <a:extLst>
              <a:ext uri="{FF2B5EF4-FFF2-40B4-BE49-F238E27FC236}">
                <a16:creationId xmlns:a16="http://schemas.microsoft.com/office/drawing/2014/main" id="{6439FCD6-4D02-180D-F421-41D4AC96C072}"/>
              </a:ext>
            </a:extLst>
          </p:cNvPr>
          <p:cNvPicPr>
            <a:picLocks noChangeAspect="1"/>
          </p:cNvPicPr>
          <p:nvPr/>
        </p:nvPicPr>
        <p:blipFill>
          <a:blip r:embed="rId2"/>
          <a:stretch>
            <a:fillRect/>
          </a:stretch>
        </p:blipFill>
        <p:spPr>
          <a:xfrm>
            <a:off x="196650" y="2803368"/>
            <a:ext cx="5757583" cy="2754644"/>
          </a:xfrm>
          <a:prstGeom prst="rect">
            <a:avLst/>
          </a:prstGeom>
        </p:spPr>
      </p:pic>
      <p:pic>
        <p:nvPicPr>
          <p:cNvPr id="4" name="Picture 3">
            <a:extLst>
              <a:ext uri="{FF2B5EF4-FFF2-40B4-BE49-F238E27FC236}">
                <a16:creationId xmlns:a16="http://schemas.microsoft.com/office/drawing/2014/main" id="{A95B12FF-25C9-45D7-D3B2-31A2B3341B30}"/>
              </a:ext>
            </a:extLst>
          </p:cNvPr>
          <p:cNvPicPr>
            <a:picLocks noChangeAspect="1"/>
          </p:cNvPicPr>
          <p:nvPr/>
        </p:nvPicPr>
        <p:blipFill>
          <a:blip r:embed="rId3"/>
          <a:stretch>
            <a:fillRect/>
          </a:stretch>
        </p:blipFill>
        <p:spPr>
          <a:xfrm>
            <a:off x="6096000" y="2710485"/>
            <a:ext cx="6042193" cy="2847527"/>
          </a:xfrm>
          <a:prstGeom prst="rect">
            <a:avLst/>
          </a:prstGeom>
        </p:spPr>
      </p:pic>
      <p:sp>
        <p:nvSpPr>
          <p:cNvPr id="3" name="object 2">
            <a:extLst>
              <a:ext uri="{FF2B5EF4-FFF2-40B4-BE49-F238E27FC236}">
                <a16:creationId xmlns:a16="http://schemas.microsoft.com/office/drawing/2014/main" id="{CF0C96D3-69B3-3D62-09E1-77DA283C0B81}"/>
              </a:ext>
            </a:extLst>
          </p:cNvPr>
          <p:cNvSpPr/>
          <p:nvPr/>
        </p:nvSpPr>
        <p:spPr>
          <a:xfrm>
            <a:off x="428" y="42979"/>
            <a:ext cx="12191144" cy="485181"/>
          </a:xfrm>
          <a:custGeom>
            <a:avLst/>
            <a:gdLst/>
            <a:ahLst/>
            <a:cxnLst/>
            <a:rect l="l" t="t" r="r" b="b"/>
            <a:pathLst>
              <a:path w="20104100" h="800100">
                <a:moveTo>
                  <a:pt x="20104099" y="0"/>
                </a:moveTo>
                <a:lnTo>
                  <a:pt x="0" y="0"/>
                </a:lnTo>
                <a:lnTo>
                  <a:pt x="0" y="799912"/>
                </a:lnTo>
                <a:lnTo>
                  <a:pt x="20104099" y="799912"/>
                </a:lnTo>
                <a:lnTo>
                  <a:pt x="20104099" y="0"/>
                </a:lnTo>
                <a:close/>
              </a:path>
            </a:pathLst>
          </a:custGeom>
          <a:solidFill>
            <a:srgbClr val="382A7E"/>
          </a:solidFill>
        </p:spPr>
        <p:txBody>
          <a:bodyPr wrap="square" lIns="0" tIns="0" rIns="0" bIns="0" rtlCol="0"/>
          <a:lstStyle/>
          <a:p>
            <a:endParaRPr sz="1092"/>
          </a:p>
        </p:txBody>
      </p:sp>
      <p:grpSp>
        <p:nvGrpSpPr>
          <p:cNvPr id="5" name="object 9">
            <a:extLst>
              <a:ext uri="{FF2B5EF4-FFF2-40B4-BE49-F238E27FC236}">
                <a16:creationId xmlns:a16="http://schemas.microsoft.com/office/drawing/2014/main" id="{85576F47-BD5A-A5DB-3D1C-04CE24276F20}"/>
              </a:ext>
            </a:extLst>
          </p:cNvPr>
          <p:cNvGrpSpPr/>
          <p:nvPr/>
        </p:nvGrpSpPr>
        <p:grpSpPr>
          <a:xfrm>
            <a:off x="10864522" y="183931"/>
            <a:ext cx="1022346" cy="121680"/>
            <a:chOff x="17915695" y="303316"/>
            <a:chExt cx="1685925" cy="200660"/>
          </a:xfrm>
        </p:grpSpPr>
        <p:sp>
          <p:nvSpPr>
            <p:cNvPr id="7" name="object 10">
              <a:extLst>
                <a:ext uri="{FF2B5EF4-FFF2-40B4-BE49-F238E27FC236}">
                  <a16:creationId xmlns:a16="http://schemas.microsoft.com/office/drawing/2014/main" id="{F02307EE-4580-2B34-E7FC-535B6BD7AC25}"/>
                </a:ext>
              </a:extLst>
            </p:cNvPr>
            <p:cNvSpPr/>
            <p:nvPr/>
          </p:nvSpPr>
          <p:spPr>
            <a:xfrm>
              <a:off x="17915687" y="303332"/>
              <a:ext cx="805815" cy="200660"/>
            </a:xfrm>
            <a:custGeom>
              <a:avLst/>
              <a:gdLst/>
              <a:ahLst/>
              <a:cxnLst/>
              <a:rect l="l" t="t" r="r" b="b"/>
              <a:pathLst>
                <a:path w="805815" h="200659">
                  <a:moveTo>
                    <a:pt x="193268" y="0"/>
                  </a:moveTo>
                  <a:lnTo>
                    <a:pt x="0" y="0"/>
                  </a:lnTo>
                  <a:lnTo>
                    <a:pt x="0" y="58420"/>
                  </a:lnTo>
                  <a:lnTo>
                    <a:pt x="57365" y="58420"/>
                  </a:lnTo>
                  <a:lnTo>
                    <a:pt x="57365" y="200660"/>
                  </a:lnTo>
                  <a:lnTo>
                    <a:pt x="137160" y="200660"/>
                  </a:lnTo>
                  <a:lnTo>
                    <a:pt x="137160" y="58420"/>
                  </a:lnTo>
                  <a:lnTo>
                    <a:pt x="193268" y="58420"/>
                  </a:lnTo>
                  <a:lnTo>
                    <a:pt x="193268" y="0"/>
                  </a:lnTo>
                  <a:close/>
                </a:path>
                <a:path w="805815" h="200659">
                  <a:moveTo>
                    <a:pt x="411492" y="200444"/>
                  </a:moveTo>
                  <a:lnTo>
                    <a:pt x="334810" y="0"/>
                  </a:lnTo>
                  <a:lnTo>
                    <a:pt x="250634" y="0"/>
                  </a:lnTo>
                  <a:lnTo>
                    <a:pt x="175818" y="200444"/>
                  </a:lnTo>
                  <a:lnTo>
                    <a:pt x="250634" y="200444"/>
                  </a:lnTo>
                  <a:lnTo>
                    <a:pt x="292100" y="81051"/>
                  </a:lnTo>
                  <a:lnTo>
                    <a:pt x="334810" y="200444"/>
                  </a:lnTo>
                  <a:lnTo>
                    <a:pt x="411492" y="200444"/>
                  </a:lnTo>
                  <a:close/>
                </a:path>
                <a:path w="805815" h="200659">
                  <a:moveTo>
                    <a:pt x="588238" y="0"/>
                  </a:moveTo>
                  <a:lnTo>
                    <a:pt x="394970" y="0"/>
                  </a:lnTo>
                  <a:lnTo>
                    <a:pt x="394970" y="58420"/>
                  </a:lnTo>
                  <a:lnTo>
                    <a:pt x="452018" y="58420"/>
                  </a:lnTo>
                  <a:lnTo>
                    <a:pt x="452018" y="200660"/>
                  </a:lnTo>
                  <a:lnTo>
                    <a:pt x="532130" y="200660"/>
                  </a:lnTo>
                  <a:lnTo>
                    <a:pt x="532130" y="58420"/>
                  </a:lnTo>
                  <a:lnTo>
                    <a:pt x="588238" y="58420"/>
                  </a:lnTo>
                  <a:lnTo>
                    <a:pt x="588238" y="0"/>
                  </a:lnTo>
                  <a:close/>
                </a:path>
                <a:path w="805815" h="200659">
                  <a:moveTo>
                    <a:pt x="805535" y="200444"/>
                  </a:moveTo>
                  <a:lnTo>
                    <a:pt x="728522" y="0"/>
                  </a:lnTo>
                  <a:lnTo>
                    <a:pt x="644359" y="0"/>
                  </a:lnTo>
                  <a:lnTo>
                    <a:pt x="569544" y="200444"/>
                  </a:lnTo>
                  <a:lnTo>
                    <a:pt x="644359" y="200444"/>
                  </a:lnTo>
                  <a:lnTo>
                    <a:pt x="686130" y="81051"/>
                  </a:lnTo>
                  <a:lnTo>
                    <a:pt x="728522" y="200444"/>
                  </a:lnTo>
                  <a:lnTo>
                    <a:pt x="805535" y="200444"/>
                  </a:lnTo>
                  <a:close/>
                </a:path>
              </a:pathLst>
            </a:custGeom>
            <a:solidFill>
              <a:srgbClr val="FFFFFF"/>
            </a:solidFill>
          </p:spPr>
          <p:txBody>
            <a:bodyPr wrap="square" lIns="0" tIns="0" rIns="0" bIns="0" rtlCol="0"/>
            <a:lstStyle/>
            <a:p>
              <a:endParaRPr sz="1092"/>
            </a:p>
          </p:txBody>
        </p:sp>
        <p:sp>
          <p:nvSpPr>
            <p:cNvPr id="8" name="object 11">
              <a:extLst>
                <a:ext uri="{FF2B5EF4-FFF2-40B4-BE49-F238E27FC236}">
                  <a16:creationId xmlns:a16="http://schemas.microsoft.com/office/drawing/2014/main" id="{B1D43CAF-99FA-84E6-031C-FF93CBD6CE96}"/>
                </a:ext>
              </a:extLst>
            </p:cNvPr>
            <p:cNvSpPr/>
            <p:nvPr/>
          </p:nvSpPr>
          <p:spPr>
            <a:xfrm>
              <a:off x="19002833" y="303332"/>
              <a:ext cx="147320" cy="200660"/>
            </a:xfrm>
            <a:custGeom>
              <a:avLst/>
              <a:gdLst/>
              <a:ahLst/>
              <a:cxnLst/>
              <a:rect l="l" t="t" r="r" b="b"/>
              <a:pathLst>
                <a:path w="147319" h="200659">
                  <a:moveTo>
                    <a:pt x="147281" y="142240"/>
                  </a:moveTo>
                  <a:lnTo>
                    <a:pt x="70675" y="142240"/>
                  </a:lnTo>
                  <a:lnTo>
                    <a:pt x="70675" y="0"/>
                  </a:lnTo>
                  <a:lnTo>
                    <a:pt x="0" y="0"/>
                  </a:lnTo>
                  <a:lnTo>
                    <a:pt x="0" y="142240"/>
                  </a:lnTo>
                  <a:lnTo>
                    <a:pt x="0" y="200660"/>
                  </a:lnTo>
                  <a:lnTo>
                    <a:pt x="147281" y="200660"/>
                  </a:lnTo>
                  <a:lnTo>
                    <a:pt x="147281" y="142240"/>
                  </a:lnTo>
                  <a:close/>
                </a:path>
              </a:pathLst>
            </a:custGeom>
            <a:solidFill>
              <a:srgbClr val="ED0080"/>
            </a:solidFill>
          </p:spPr>
          <p:txBody>
            <a:bodyPr wrap="square" lIns="0" tIns="0" rIns="0" bIns="0" rtlCol="0"/>
            <a:lstStyle/>
            <a:p>
              <a:endParaRPr sz="1092"/>
            </a:p>
          </p:txBody>
        </p:sp>
        <p:pic>
          <p:nvPicPr>
            <p:cNvPr id="9" name="object 12">
              <a:extLst>
                <a:ext uri="{FF2B5EF4-FFF2-40B4-BE49-F238E27FC236}">
                  <a16:creationId xmlns:a16="http://schemas.microsoft.com/office/drawing/2014/main" id="{04A9C922-A65C-C2AB-D102-AF96865DF997}"/>
                </a:ext>
              </a:extLst>
            </p:cNvPr>
            <p:cNvPicPr/>
            <p:nvPr/>
          </p:nvPicPr>
          <p:blipFill>
            <a:blip r:embed="rId4" cstate="email">
              <a:extLst>
                <a:ext uri="{28A0092B-C50C-407E-A947-70E740481C1C}">
                  <a14:useLocalDpi xmlns:a14="http://schemas.microsoft.com/office/drawing/2010/main"/>
                </a:ext>
              </a:extLst>
            </a:blip>
            <a:stretch>
              <a:fillRect/>
            </a:stretch>
          </p:blipFill>
          <p:spPr>
            <a:xfrm>
              <a:off x="18798201" y="303316"/>
              <a:ext cx="180088" cy="200454"/>
            </a:xfrm>
            <a:prstGeom prst="rect">
              <a:avLst/>
            </a:prstGeom>
          </p:spPr>
        </p:pic>
        <p:pic>
          <p:nvPicPr>
            <p:cNvPr id="10" name="object 13">
              <a:extLst>
                <a:ext uri="{FF2B5EF4-FFF2-40B4-BE49-F238E27FC236}">
                  <a16:creationId xmlns:a16="http://schemas.microsoft.com/office/drawing/2014/main" id="{E1348996-913B-8CF9-2DE3-3D11F7AB715A}"/>
                </a:ext>
              </a:extLst>
            </p:cNvPr>
            <p:cNvPicPr/>
            <p:nvPr/>
          </p:nvPicPr>
          <p:blipFill>
            <a:blip r:embed="rId5" cstate="email">
              <a:extLst>
                <a:ext uri="{28A0092B-C50C-407E-A947-70E740481C1C}">
                  <a14:useLocalDpi xmlns:a14="http://schemas.microsoft.com/office/drawing/2010/main"/>
                </a:ext>
              </a:extLst>
            </a:blip>
            <a:stretch>
              <a:fillRect/>
            </a:stretch>
          </p:blipFill>
          <p:spPr>
            <a:xfrm>
              <a:off x="19171547" y="303321"/>
              <a:ext cx="429949" cy="200444"/>
            </a:xfrm>
            <a:prstGeom prst="rect">
              <a:avLst/>
            </a:prstGeom>
          </p:spPr>
        </p:pic>
      </p:grpSp>
      <p:sp>
        <p:nvSpPr>
          <p:cNvPr id="12" name="object 4">
            <a:extLst>
              <a:ext uri="{FF2B5EF4-FFF2-40B4-BE49-F238E27FC236}">
                <a16:creationId xmlns:a16="http://schemas.microsoft.com/office/drawing/2014/main" id="{89306F3F-A37F-6B90-94D6-93D5A38EDB04}"/>
              </a:ext>
            </a:extLst>
          </p:cNvPr>
          <p:cNvSpPr txBox="1">
            <a:spLocks/>
          </p:cNvSpPr>
          <p:nvPr/>
        </p:nvSpPr>
        <p:spPr>
          <a:xfrm>
            <a:off x="294964" y="600999"/>
            <a:ext cx="3604204" cy="582105"/>
          </a:xfrm>
          <a:prstGeom prst="rect">
            <a:avLst/>
          </a:prstGeom>
          <a:noFill/>
          <a:ln>
            <a:noFill/>
          </a:ln>
        </p:spPr>
        <p:txBody>
          <a:bodyPr vert="horz" wrap="square" lIns="0" tIns="8086" rIns="0" bIns="0" rtlCol="0" anchor="ctr">
            <a:spAutoFit/>
          </a:bodyPr>
          <a:lstStyle>
            <a:lvl1pPr lvl="0" algn="l" defTabSz="914400" rtl="0" eaLnBrk="1" latinLnBrk="0" hangingPunct="1">
              <a:lnSpc>
                <a:spcPct val="90000"/>
              </a:lnSpc>
              <a:spcBef>
                <a:spcPts val="0"/>
              </a:spcBef>
              <a:buClr>
                <a:srgbClr val="CE0B10"/>
              </a:buClr>
              <a:buSzPct val="100000"/>
              <a:buFont typeface="Tahoma"/>
              <a:buNone/>
              <a:defRPr sz="4533" b="0" i="0" kern="1200">
                <a:gradFill>
                  <a:gsLst>
                    <a:gs pos="70000">
                      <a:srgbClr val="A72879"/>
                    </a:gs>
                    <a:gs pos="26000">
                      <a:srgbClr val="E3000F"/>
                    </a:gs>
                    <a:gs pos="0">
                      <a:srgbClr val="F08300"/>
                    </a:gs>
                    <a:gs pos="100000">
                      <a:srgbClr val="064497"/>
                    </a:gs>
                  </a:gsLst>
                  <a:lin ang="0" scaled="0"/>
                </a:gradFill>
                <a:latin typeface="Sky Text" charset="0"/>
                <a:ea typeface="Sky Text" charset="0"/>
                <a:cs typeface="Sky Text" charset="0"/>
                <a:sym typeface="Tahoma"/>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pPr marL="7701">
              <a:lnSpc>
                <a:spcPts val="4897"/>
              </a:lnSpc>
              <a:spcBef>
                <a:spcPts val="64"/>
              </a:spcBef>
            </a:pPr>
            <a:r>
              <a:rPr lang="en-IN" sz="3032" spc="-124" dirty="0">
                <a:solidFill>
                  <a:srgbClr val="DE198E"/>
                </a:solidFill>
                <a:latin typeface="Volte Play"/>
                <a:ea typeface="+mn-ea"/>
              </a:rPr>
              <a:t>Manager Feedback </a:t>
            </a:r>
          </a:p>
        </p:txBody>
      </p:sp>
    </p:spTree>
    <p:extLst>
      <p:ext uri="{BB962C8B-B14F-4D97-AF65-F5344CB8AC3E}">
        <p14:creationId xmlns:p14="http://schemas.microsoft.com/office/powerpoint/2010/main" val="4122138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18E0-497F-CE56-4218-3E96AA46CA3C}"/>
              </a:ext>
            </a:extLst>
          </p:cNvPr>
          <p:cNvSpPr>
            <a:spLocks noGrp="1"/>
          </p:cNvSpPr>
          <p:nvPr>
            <p:ph type="title"/>
          </p:nvPr>
        </p:nvSpPr>
        <p:spPr>
          <a:xfrm>
            <a:off x="280080" y="998342"/>
            <a:ext cx="11228799" cy="1143200"/>
          </a:xfrm>
        </p:spPr>
        <p:txBody>
          <a:bodyPr>
            <a:normAutofit/>
          </a:bodyPr>
          <a:lstStyle/>
          <a:p>
            <a:r>
              <a:rPr lang="en-US" sz="1800" b="1" dirty="0">
                <a:solidFill>
                  <a:schemeClr val="tx1"/>
                </a:solidFill>
              </a:rPr>
              <a:t>Click on the Participant Feedback card to go to the Manage Participants.</a:t>
            </a:r>
            <a:endParaRPr lang="en-IN" sz="1800" b="1" dirty="0">
              <a:solidFill>
                <a:schemeClr val="tx1"/>
              </a:solidFill>
            </a:endParaRPr>
          </a:p>
        </p:txBody>
      </p:sp>
      <p:pic>
        <p:nvPicPr>
          <p:cNvPr id="7" name="Picture 6">
            <a:extLst>
              <a:ext uri="{FF2B5EF4-FFF2-40B4-BE49-F238E27FC236}">
                <a16:creationId xmlns:a16="http://schemas.microsoft.com/office/drawing/2014/main" id="{94EF3468-E6FC-8AFB-1744-900B63BE7163}"/>
              </a:ext>
            </a:extLst>
          </p:cNvPr>
          <p:cNvPicPr>
            <a:picLocks noChangeAspect="1"/>
          </p:cNvPicPr>
          <p:nvPr/>
        </p:nvPicPr>
        <p:blipFill>
          <a:blip r:embed="rId2"/>
          <a:stretch>
            <a:fillRect/>
          </a:stretch>
        </p:blipFill>
        <p:spPr>
          <a:xfrm>
            <a:off x="6198720" y="1905397"/>
            <a:ext cx="5789649" cy="3354685"/>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4D8FB451-F543-96B0-3473-54D469ACBB67}"/>
                  </a:ext>
                </a:extLst>
              </p14:cNvPr>
              <p14:cNvContentPartPr/>
              <p14:nvPr/>
            </p14:nvContentPartPr>
            <p14:xfrm>
              <a:off x="1648363" y="3342848"/>
              <a:ext cx="360" cy="360"/>
            </p14:xfrm>
          </p:contentPart>
        </mc:Choice>
        <mc:Fallback xmlns="">
          <p:pic>
            <p:nvPicPr>
              <p:cNvPr id="3" name="Ink 2">
                <a:extLst>
                  <a:ext uri="{FF2B5EF4-FFF2-40B4-BE49-F238E27FC236}">
                    <a16:creationId xmlns:a16="http://schemas.microsoft.com/office/drawing/2014/main" id="{4D8FB451-F543-96B0-3473-54D469ACBB67}"/>
                  </a:ext>
                </a:extLst>
              </p:cNvPr>
              <p:cNvPicPr/>
              <p:nvPr/>
            </p:nvPicPr>
            <p:blipFill>
              <a:blip r:embed="rId4"/>
              <a:stretch>
                <a:fillRect/>
              </a:stretch>
            </p:blipFill>
            <p:spPr>
              <a:xfrm>
                <a:off x="1639723" y="333384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31B75EC1-B429-D88D-8D2B-4395964B0498}"/>
                  </a:ext>
                </a:extLst>
              </p14:cNvPr>
              <p14:cNvContentPartPr/>
              <p14:nvPr/>
            </p14:nvContentPartPr>
            <p14:xfrm>
              <a:off x="2862643" y="3432848"/>
              <a:ext cx="360" cy="360"/>
            </p14:xfrm>
          </p:contentPart>
        </mc:Choice>
        <mc:Fallback xmlns="">
          <p:pic>
            <p:nvPicPr>
              <p:cNvPr id="5" name="Ink 4">
                <a:extLst>
                  <a:ext uri="{FF2B5EF4-FFF2-40B4-BE49-F238E27FC236}">
                    <a16:creationId xmlns:a16="http://schemas.microsoft.com/office/drawing/2014/main" id="{31B75EC1-B429-D88D-8D2B-4395964B0498}"/>
                  </a:ext>
                </a:extLst>
              </p:cNvPr>
              <p:cNvPicPr/>
              <p:nvPr/>
            </p:nvPicPr>
            <p:blipFill>
              <a:blip r:embed="rId4"/>
              <a:stretch>
                <a:fillRect/>
              </a:stretch>
            </p:blipFill>
            <p:spPr>
              <a:xfrm>
                <a:off x="2854003" y="342420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402800AC-612C-66CF-C5FD-D7EA52136D8A}"/>
                  </a:ext>
                </a:extLst>
              </p14:cNvPr>
              <p14:cNvContentPartPr/>
              <p14:nvPr/>
            </p14:nvContentPartPr>
            <p14:xfrm>
              <a:off x="2053723" y="2727968"/>
              <a:ext cx="360" cy="360"/>
            </p14:xfrm>
          </p:contentPart>
        </mc:Choice>
        <mc:Fallback xmlns="">
          <p:pic>
            <p:nvPicPr>
              <p:cNvPr id="6" name="Ink 5">
                <a:extLst>
                  <a:ext uri="{FF2B5EF4-FFF2-40B4-BE49-F238E27FC236}">
                    <a16:creationId xmlns:a16="http://schemas.microsoft.com/office/drawing/2014/main" id="{402800AC-612C-66CF-C5FD-D7EA52136D8A}"/>
                  </a:ext>
                </a:extLst>
              </p:cNvPr>
              <p:cNvPicPr/>
              <p:nvPr/>
            </p:nvPicPr>
            <p:blipFill>
              <a:blip r:embed="rId4"/>
              <a:stretch>
                <a:fillRect/>
              </a:stretch>
            </p:blipFill>
            <p:spPr>
              <a:xfrm>
                <a:off x="2044723" y="2719328"/>
                <a:ext cx="18000" cy="18000"/>
              </a:xfrm>
              <a:prstGeom prst="rect">
                <a:avLst/>
              </a:prstGeom>
            </p:spPr>
          </p:pic>
        </mc:Fallback>
      </mc:AlternateContent>
      <p:pic>
        <p:nvPicPr>
          <p:cNvPr id="9" name="Picture 8">
            <a:extLst>
              <a:ext uri="{FF2B5EF4-FFF2-40B4-BE49-F238E27FC236}">
                <a16:creationId xmlns:a16="http://schemas.microsoft.com/office/drawing/2014/main" id="{FC3C3316-3364-CCEA-F558-A065812CC851}"/>
              </a:ext>
            </a:extLst>
          </p:cNvPr>
          <p:cNvPicPr>
            <a:picLocks noChangeAspect="1"/>
          </p:cNvPicPr>
          <p:nvPr/>
        </p:nvPicPr>
        <p:blipFill>
          <a:blip r:embed="rId7"/>
          <a:stretch>
            <a:fillRect/>
          </a:stretch>
        </p:blipFill>
        <p:spPr>
          <a:xfrm>
            <a:off x="100912" y="1905398"/>
            <a:ext cx="5892370" cy="3354686"/>
          </a:xfrm>
          <a:prstGeom prst="rect">
            <a:avLst/>
          </a:prstGeom>
        </p:spPr>
      </p:pic>
      <p:sp>
        <p:nvSpPr>
          <p:cNvPr id="4" name="object 2">
            <a:extLst>
              <a:ext uri="{FF2B5EF4-FFF2-40B4-BE49-F238E27FC236}">
                <a16:creationId xmlns:a16="http://schemas.microsoft.com/office/drawing/2014/main" id="{E534DB86-1441-5C27-B019-6031663C539C}"/>
              </a:ext>
            </a:extLst>
          </p:cNvPr>
          <p:cNvSpPr/>
          <p:nvPr/>
        </p:nvSpPr>
        <p:spPr>
          <a:xfrm>
            <a:off x="428" y="42979"/>
            <a:ext cx="12191144" cy="485181"/>
          </a:xfrm>
          <a:custGeom>
            <a:avLst/>
            <a:gdLst/>
            <a:ahLst/>
            <a:cxnLst/>
            <a:rect l="l" t="t" r="r" b="b"/>
            <a:pathLst>
              <a:path w="20104100" h="800100">
                <a:moveTo>
                  <a:pt x="20104099" y="0"/>
                </a:moveTo>
                <a:lnTo>
                  <a:pt x="0" y="0"/>
                </a:lnTo>
                <a:lnTo>
                  <a:pt x="0" y="799912"/>
                </a:lnTo>
                <a:lnTo>
                  <a:pt x="20104099" y="799912"/>
                </a:lnTo>
                <a:lnTo>
                  <a:pt x="20104099" y="0"/>
                </a:lnTo>
                <a:close/>
              </a:path>
            </a:pathLst>
          </a:custGeom>
          <a:solidFill>
            <a:srgbClr val="382A7E"/>
          </a:solidFill>
        </p:spPr>
        <p:txBody>
          <a:bodyPr wrap="square" lIns="0" tIns="0" rIns="0" bIns="0" rtlCol="0"/>
          <a:lstStyle/>
          <a:p>
            <a:endParaRPr sz="1092"/>
          </a:p>
        </p:txBody>
      </p:sp>
      <p:grpSp>
        <p:nvGrpSpPr>
          <p:cNvPr id="8" name="object 9">
            <a:extLst>
              <a:ext uri="{FF2B5EF4-FFF2-40B4-BE49-F238E27FC236}">
                <a16:creationId xmlns:a16="http://schemas.microsoft.com/office/drawing/2014/main" id="{04123386-3759-CBB3-1486-3AD55F043FF4}"/>
              </a:ext>
            </a:extLst>
          </p:cNvPr>
          <p:cNvGrpSpPr/>
          <p:nvPr/>
        </p:nvGrpSpPr>
        <p:grpSpPr>
          <a:xfrm>
            <a:off x="10864522" y="183931"/>
            <a:ext cx="1022346" cy="121680"/>
            <a:chOff x="17915695" y="303316"/>
            <a:chExt cx="1685925" cy="200660"/>
          </a:xfrm>
        </p:grpSpPr>
        <p:sp>
          <p:nvSpPr>
            <p:cNvPr id="10" name="object 10">
              <a:extLst>
                <a:ext uri="{FF2B5EF4-FFF2-40B4-BE49-F238E27FC236}">
                  <a16:creationId xmlns:a16="http://schemas.microsoft.com/office/drawing/2014/main" id="{97F88F3B-24C9-6D1F-9465-435041768DBA}"/>
                </a:ext>
              </a:extLst>
            </p:cNvPr>
            <p:cNvSpPr/>
            <p:nvPr/>
          </p:nvSpPr>
          <p:spPr>
            <a:xfrm>
              <a:off x="17915687" y="303332"/>
              <a:ext cx="805815" cy="200660"/>
            </a:xfrm>
            <a:custGeom>
              <a:avLst/>
              <a:gdLst/>
              <a:ahLst/>
              <a:cxnLst/>
              <a:rect l="l" t="t" r="r" b="b"/>
              <a:pathLst>
                <a:path w="805815" h="200659">
                  <a:moveTo>
                    <a:pt x="193268" y="0"/>
                  </a:moveTo>
                  <a:lnTo>
                    <a:pt x="0" y="0"/>
                  </a:lnTo>
                  <a:lnTo>
                    <a:pt x="0" y="58420"/>
                  </a:lnTo>
                  <a:lnTo>
                    <a:pt x="57365" y="58420"/>
                  </a:lnTo>
                  <a:lnTo>
                    <a:pt x="57365" y="200660"/>
                  </a:lnTo>
                  <a:lnTo>
                    <a:pt x="137160" y="200660"/>
                  </a:lnTo>
                  <a:lnTo>
                    <a:pt x="137160" y="58420"/>
                  </a:lnTo>
                  <a:lnTo>
                    <a:pt x="193268" y="58420"/>
                  </a:lnTo>
                  <a:lnTo>
                    <a:pt x="193268" y="0"/>
                  </a:lnTo>
                  <a:close/>
                </a:path>
                <a:path w="805815" h="200659">
                  <a:moveTo>
                    <a:pt x="411492" y="200444"/>
                  </a:moveTo>
                  <a:lnTo>
                    <a:pt x="334810" y="0"/>
                  </a:lnTo>
                  <a:lnTo>
                    <a:pt x="250634" y="0"/>
                  </a:lnTo>
                  <a:lnTo>
                    <a:pt x="175818" y="200444"/>
                  </a:lnTo>
                  <a:lnTo>
                    <a:pt x="250634" y="200444"/>
                  </a:lnTo>
                  <a:lnTo>
                    <a:pt x="292100" y="81051"/>
                  </a:lnTo>
                  <a:lnTo>
                    <a:pt x="334810" y="200444"/>
                  </a:lnTo>
                  <a:lnTo>
                    <a:pt x="411492" y="200444"/>
                  </a:lnTo>
                  <a:close/>
                </a:path>
                <a:path w="805815" h="200659">
                  <a:moveTo>
                    <a:pt x="588238" y="0"/>
                  </a:moveTo>
                  <a:lnTo>
                    <a:pt x="394970" y="0"/>
                  </a:lnTo>
                  <a:lnTo>
                    <a:pt x="394970" y="58420"/>
                  </a:lnTo>
                  <a:lnTo>
                    <a:pt x="452018" y="58420"/>
                  </a:lnTo>
                  <a:lnTo>
                    <a:pt x="452018" y="200660"/>
                  </a:lnTo>
                  <a:lnTo>
                    <a:pt x="532130" y="200660"/>
                  </a:lnTo>
                  <a:lnTo>
                    <a:pt x="532130" y="58420"/>
                  </a:lnTo>
                  <a:lnTo>
                    <a:pt x="588238" y="58420"/>
                  </a:lnTo>
                  <a:lnTo>
                    <a:pt x="588238" y="0"/>
                  </a:lnTo>
                  <a:close/>
                </a:path>
                <a:path w="805815" h="200659">
                  <a:moveTo>
                    <a:pt x="805535" y="200444"/>
                  </a:moveTo>
                  <a:lnTo>
                    <a:pt x="728522" y="0"/>
                  </a:lnTo>
                  <a:lnTo>
                    <a:pt x="644359" y="0"/>
                  </a:lnTo>
                  <a:lnTo>
                    <a:pt x="569544" y="200444"/>
                  </a:lnTo>
                  <a:lnTo>
                    <a:pt x="644359" y="200444"/>
                  </a:lnTo>
                  <a:lnTo>
                    <a:pt x="686130" y="81051"/>
                  </a:lnTo>
                  <a:lnTo>
                    <a:pt x="728522" y="200444"/>
                  </a:lnTo>
                  <a:lnTo>
                    <a:pt x="805535" y="200444"/>
                  </a:lnTo>
                  <a:close/>
                </a:path>
              </a:pathLst>
            </a:custGeom>
            <a:solidFill>
              <a:srgbClr val="FFFFFF"/>
            </a:solidFill>
          </p:spPr>
          <p:txBody>
            <a:bodyPr wrap="square" lIns="0" tIns="0" rIns="0" bIns="0" rtlCol="0"/>
            <a:lstStyle/>
            <a:p>
              <a:endParaRPr sz="1092"/>
            </a:p>
          </p:txBody>
        </p:sp>
        <p:sp>
          <p:nvSpPr>
            <p:cNvPr id="11" name="object 11">
              <a:extLst>
                <a:ext uri="{FF2B5EF4-FFF2-40B4-BE49-F238E27FC236}">
                  <a16:creationId xmlns:a16="http://schemas.microsoft.com/office/drawing/2014/main" id="{5419F4D4-5F82-B0DA-FD8F-5B3CE7E80BE5}"/>
                </a:ext>
              </a:extLst>
            </p:cNvPr>
            <p:cNvSpPr/>
            <p:nvPr/>
          </p:nvSpPr>
          <p:spPr>
            <a:xfrm>
              <a:off x="19002833" y="303332"/>
              <a:ext cx="147320" cy="200660"/>
            </a:xfrm>
            <a:custGeom>
              <a:avLst/>
              <a:gdLst/>
              <a:ahLst/>
              <a:cxnLst/>
              <a:rect l="l" t="t" r="r" b="b"/>
              <a:pathLst>
                <a:path w="147319" h="200659">
                  <a:moveTo>
                    <a:pt x="147281" y="142240"/>
                  </a:moveTo>
                  <a:lnTo>
                    <a:pt x="70675" y="142240"/>
                  </a:lnTo>
                  <a:lnTo>
                    <a:pt x="70675" y="0"/>
                  </a:lnTo>
                  <a:lnTo>
                    <a:pt x="0" y="0"/>
                  </a:lnTo>
                  <a:lnTo>
                    <a:pt x="0" y="142240"/>
                  </a:lnTo>
                  <a:lnTo>
                    <a:pt x="0" y="200660"/>
                  </a:lnTo>
                  <a:lnTo>
                    <a:pt x="147281" y="200660"/>
                  </a:lnTo>
                  <a:lnTo>
                    <a:pt x="147281" y="142240"/>
                  </a:lnTo>
                  <a:close/>
                </a:path>
              </a:pathLst>
            </a:custGeom>
            <a:solidFill>
              <a:srgbClr val="ED0080"/>
            </a:solidFill>
          </p:spPr>
          <p:txBody>
            <a:bodyPr wrap="square" lIns="0" tIns="0" rIns="0" bIns="0" rtlCol="0"/>
            <a:lstStyle/>
            <a:p>
              <a:endParaRPr sz="1092"/>
            </a:p>
          </p:txBody>
        </p:sp>
        <p:pic>
          <p:nvPicPr>
            <p:cNvPr id="12" name="object 12">
              <a:extLst>
                <a:ext uri="{FF2B5EF4-FFF2-40B4-BE49-F238E27FC236}">
                  <a16:creationId xmlns:a16="http://schemas.microsoft.com/office/drawing/2014/main" id="{62378E32-F8D6-396C-60A6-238A4D39B65C}"/>
                </a:ext>
              </a:extLst>
            </p:cNvPr>
            <p:cNvPicPr/>
            <p:nvPr/>
          </p:nvPicPr>
          <p:blipFill>
            <a:blip r:embed="rId8" cstate="email">
              <a:extLst>
                <a:ext uri="{28A0092B-C50C-407E-A947-70E740481C1C}">
                  <a14:useLocalDpi xmlns:a14="http://schemas.microsoft.com/office/drawing/2010/main"/>
                </a:ext>
              </a:extLst>
            </a:blip>
            <a:stretch>
              <a:fillRect/>
            </a:stretch>
          </p:blipFill>
          <p:spPr>
            <a:xfrm>
              <a:off x="18798201" y="303316"/>
              <a:ext cx="180088" cy="200454"/>
            </a:xfrm>
            <a:prstGeom prst="rect">
              <a:avLst/>
            </a:prstGeom>
          </p:spPr>
        </p:pic>
        <p:pic>
          <p:nvPicPr>
            <p:cNvPr id="13" name="object 13">
              <a:extLst>
                <a:ext uri="{FF2B5EF4-FFF2-40B4-BE49-F238E27FC236}">
                  <a16:creationId xmlns:a16="http://schemas.microsoft.com/office/drawing/2014/main" id="{8B1847E4-008F-5BDF-01A1-B155414F094A}"/>
                </a:ext>
              </a:extLst>
            </p:cNvPr>
            <p:cNvPicPr/>
            <p:nvPr/>
          </p:nvPicPr>
          <p:blipFill>
            <a:blip r:embed="rId9" cstate="email">
              <a:extLst>
                <a:ext uri="{28A0092B-C50C-407E-A947-70E740481C1C}">
                  <a14:useLocalDpi xmlns:a14="http://schemas.microsoft.com/office/drawing/2010/main"/>
                </a:ext>
              </a:extLst>
            </a:blip>
            <a:stretch>
              <a:fillRect/>
            </a:stretch>
          </p:blipFill>
          <p:spPr>
            <a:xfrm>
              <a:off x="19171547" y="303321"/>
              <a:ext cx="429949" cy="200444"/>
            </a:xfrm>
            <a:prstGeom prst="rect">
              <a:avLst/>
            </a:prstGeom>
          </p:spPr>
        </p:pic>
      </p:grpSp>
      <p:sp>
        <p:nvSpPr>
          <p:cNvPr id="14" name="object 4">
            <a:extLst>
              <a:ext uri="{FF2B5EF4-FFF2-40B4-BE49-F238E27FC236}">
                <a16:creationId xmlns:a16="http://schemas.microsoft.com/office/drawing/2014/main" id="{A063D169-56D4-8D8B-0D21-8FA02163D7DE}"/>
              </a:ext>
            </a:extLst>
          </p:cNvPr>
          <p:cNvSpPr txBox="1">
            <a:spLocks/>
          </p:cNvSpPr>
          <p:nvPr/>
        </p:nvSpPr>
        <p:spPr>
          <a:xfrm>
            <a:off x="294964" y="600999"/>
            <a:ext cx="3604204" cy="582105"/>
          </a:xfrm>
          <a:prstGeom prst="rect">
            <a:avLst/>
          </a:prstGeom>
          <a:noFill/>
          <a:ln>
            <a:noFill/>
          </a:ln>
        </p:spPr>
        <p:txBody>
          <a:bodyPr vert="horz" wrap="square" lIns="0" tIns="8086" rIns="0" bIns="0" rtlCol="0" anchor="ctr">
            <a:spAutoFit/>
          </a:bodyPr>
          <a:lstStyle>
            <a:lvl1pPr lvl="0" algn="l" defTabSz="914400" rtl="0" eaLnBrk="1" latinLnBrk="0" hangingPunct="1">
              <a:lnSpc>
                <a:spcPct val="90000"/>
              </a:lnSpc>
              <a:spcBef>
                <a:spcPts val="0"/>
              </a:spcBef>
              <a:buClr>
                <a:srgbClr val="CE0B10"/>
              </a:buClr>
              <a:buSzPct val="100000"/>
              <a:buFont typeface="Tahoma"/>
              <a:buNone/>
              <a:defRPr sz="4533" b="0" i="0" kern="1200">
                <a:gradFill>
                  <a:gsLst>
                    <a:gs pos="70000">
                      <a:srgbClr val="A72879"/>
                    </a:gs>
                    <a:gs pos="26000">
                      <a:srgbClr val="E3000F"/>
                    </a:gs>
                    <a:gs pos="0">
                      <a:srgbClr val="F08300"/>
                    </a:gs>
                    <a:gs pos="100000">
                      <a:srgbClr val="064497"/>
                    </a:gs>
                  </a:gsLst>
                  <a:lin ang="0" scaled="0"/>
                </a:gradFill>
                <a:latin typeface="Sky Text" charset="0"/>
                <a:ea typeface="Sky Text" charset="0"/>
                <a:cs typeface="Sky Text" charset="0"/>
                <a:sym typeface="Tahoma"/>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pPr marL="7701">
              <a:lnSpc>
                <a:spcPts val="4897"/>
              </a:lnSpc>
              <a:spcBef>
                <a:spcPts val="64"/>
              </a:spcBef>
            </a:pPr>
            <a:r>
              <a:rPr lang="en-IN" sz="3032" spc="-124" dirty="0">
                <a:solidFill>
                  <a:srgbClr val="DE198E"/>
                </a:solidFill>
                <a:latin typeface="Volte Play"/>
                <a:ea typeface="+mn-ea"/>
              </a:rPr>
              <a:t>Manager Feedback </a:t>
            </a:r>
          </a:p>
        </p:txBody>
      </p:sp>
    </p:spTree>
    <p:extLst>
      <p:ext uri="{BB962C8B-B14F-4D97-AF65-F5344CB8AC3E}">
        <p14:creationId xmlns:p14="http://schemas.microsoft.com/office/powerpoint/2010/main" val="2039654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A4E9E-02E3-850B-517D-75935EF40C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70283F-A2D9-E299-A9E3-33FF44DEE5E6}"/>
              </a:ext>
            </a:extLst>
          </p:cNvPr>
          <p:cNvSpPr>
            <a:spLocks noGrp="1"/>
          </p:cNvSpPr>
          <p:nvPr>
            <p:ph type="title"/>
          </p:nvPr>
        </p:nvSpPr>
        <p:spPr>
          <a:xfrm>
            <a:off x="378883" y="1341303"/>
            <a:ext cx="11228799" cy="1143200"/>
          </a:xfrm>
        </p:spPr>
        <p:txBody>
          <a:bodyPr>
            <a:normAutofit/>
          </a:bodyPr>
          <a:lstStyle/>
          <a:p>
            <a:r>
              <a:rPr lang="en-IN" sz="1800" b="1" dirty="0">
                <a:solidFill>
                  <a:schemeClr val="tx1"/>
                </a:solidFill>
              </a:rPr>
              <a:t>Go to the Competency section and give rating and comments in the competency items and click ‘Save and Next’</a:t>
            </a:r>
            <a:br>
              <a:rPr lang="en-IN" sz="1800" b="1" dirty="0">
                <a:solidFill>
                  <a:schemeClr val="tx1"/>
                </a:solidFill>
              </a:rPr>
            </a:br>
            <a:r>
              <a:rPr lang="en-IN" sz="1800" b="1" dirty="0">
                <a:solidFill>
                  <a:schemeClr val="tx1"/>
                </a:solidFill>
              </a:rPr>
              <a:t>Repeat the same steps for all the competency items</a:t>
            </a:r>
          </a:p>
        </p:txBody>
      </p:sp>
      <p:pic>
        <p:nvPicPr>
          <p:cNvPr id="8" name="Picture 7">
            <a:extLst>
              <a:ext uri="{FF2B5EF4-FFF2-40B4-BE49-F238E27FC236}">
                <a16:creationId xmlns:a16="http://schemas.microsoft.com/office/drawing/2014/main" id="{F4841A54-DDDB-5A18-2AAD-7B38C126AE70}"/>
              </a:ext>
            </a:extLst>
          </p:cNvPr>
          <p:cNvPicPr>
            <a:picLocks noChangeAspect="1"/>
          </p:cNvPicPr>
          <p:nvPr/>
        </p:nvPicPr>
        <p:blipFill>
          <a:blip r:embed="rId2"/>
          <a:stretch>
            <a:fillRect/>
          </a:stretch>
        </p:blipFill>
        <p:spPr>
          <a:xfrm>
            <a:off x="378883" y="2292988"/>
            <a:ext cx="6772949" cy="3898576"/>
          </a:xfrm>
          <a:prstGeom prst="rect">
            <a:avLst/>
          </a:prstGeom>
        </p:spPr>
      </p:pic>
      <p:sp>
        <p:nvSpPr>
          <p:cNvPr id="3" name="object 2">
            <a:extLst>
              <a:ext uri="{FF2B5EF4-FFF2-40B4-BE49-F238E27FC236}">
                <a16:creationId xmlns:a16="http://schemas.microsoft.com/office/drawing/2014/main" id="{986684B2-D6EA-D627-231F-C93A036C7B11}"/>
              </a:ext>
            </a:extLst>
          </p:cNvPr>
          <p:cNvSpPr/>
          <p:nvPr/>
        </p:nvSpPr>
        <p:spPr>
          <a:xfrm>
            <a:off x="428" y="42979"/>
            <a:ext cx="12191144" cy="485181"/>
          </a:xfrm>
          <a:custGeom>
            <a:avLst/>
            <a:gdLst/>
            <a:ahLst/>
            <a:cxnLst/>
            <a:rect l="l" t="t" r="r" b="b"/>
            <a:pathLst>
              <a:path w="20104100" h="800100">
                <a:moveTo>
                  <a:pt x="20104099" y="0"/>
                </a:moveTo>
                <a:lnTo>
                  <a:pt x="0" y="0"/>
                </a:lnTo>
                <a:lnTo>
                  <a:pt x="0" y="799912"/>
                </a:lnTo>
                <a:lnTo>
                  <a:pt x="20104099" y="799912"/>
                </a:lnTo>
                <a:lnTo>
                  <a:pt x="20104099" y="0"/>
                </a:lnTo>
                <a:close/>
              </a:path>
            </a:pathLst>
          </a:custGeom>
          <a:solidFill>
            <a:srgbClr val="382A7E"/>
          </a:solidFill>
        </p:spPr>
        <p:txBody>
          <a:bodyPr wrap="square" lIns="0" tIns="0" rIns="0" bIns="0" rtlCol="0"/>
          <a:lstStyle/>
          <a:p>
            <a:endParaRPr sz="1092"/>
          </a:p>
        </p:txBody>
      </p:sp>
      <p:grpSp>
        <p:nvGrpSpPr>
          <p:cNvPr id="4" name="object 9">
            <a:extLst>
              <a:ext uri="{FF2B5EF4-FFF2-40B4-BE49-F238E27FC236}">
                <a16:creationId xmlns:a16="http://schemas.microsoft.com/office/drawing/2014/main" id="{3FCACE06-1A7B-81B5-B053-DBE84B42EBD0}"/>
              </a:ext>
            </a:extLst>
          </p:cNvPr>
          <p:cNvGrpSpPr/>
          <p:nvPr/>
        </p:nvGrpSpPr>
        <p:grpSpPr>
          <a:xfrm>
            <a:off x="10864522" y="183931"/>
            <a:ext cx="1022346" cy="121680"/>
            <a:chOff x="17915695" y="303316"/>
            <a:chExt cx="1685925" cy="200660"/>
          </a:xfrm>
        </p:grpSpPr>
        <p:sp>
          <p:nvSpPr>
            <p:cNvPr id="5" name="object 10">
              <a:extLst>
                <a:ext uri="{FF2B5EF4-FFF2-40B4-BE49-F238E27FC236}">
                  <a16:creationId xmlns:a16="http://schemas.microsoft.com/office/drawing/2014/main" id="{75FE3E5B-6B47-3276-78E8-EA548FFC9070}"/>
                </a:ext>
              </a:extLst>
            </p:cNvPr>
            <p:cNvSpPr/>
            <p:nvPr/>
          </p:nvSpPr>
          <p:spPr>
            <a:xfrm>
              <a:off x="17915687" y="303332"/>
              <a:ext cx="805815" cy="200660"/>
            </a:xfrm>
            <a:custGeom>
              <a:avLst/>
              <a:gdLst/>
              <a:ahLst/>
              <a:cxnLst/>
              <a:rect l="l" t="t" r="r" b="b"/>
              <a:pathLst>
                <a:path w="805815" h="200659">
                  <a:moveTo>
                    <a:pt x="193268" y="0"/>
                  </a:moveTo>
                  <a:lnTo>
                    <a:pt x="0" y="0"/>
                  </a:lnTo>
                  <a:lnTo>
                    <a:pt x="0" y="58420"/>
                  </a:lnTo>
                  <a:lnTo>
                    <a:pt x="57365" y="58420"/>
                  </a:lnTo>
                  <a:lnTo>
                    <a:pt x="57365" y="200660"/>
                  </a:lnTo>
                  <a:lnTo>
                    <a:pt x="137160" y="200660"/>
                  </a:lnTo>
                  <a:lnTo>
                    <a:pt x="137160" y="58420"/>
                  </a:lnTo>
                  <a:lnTo>
                    <a:pt x="193268" y="58420"/>
                  </a:lnTo>
                  <a:lnTo>
                    <a:pt x="193268" y="0"/>
                  </a:lnTo>
                  <a:close/>
                </a:path>
                <a:path w="805815" h="200659">
                  <a:moveTo>
                    <a:pt x="411492" y="200444"/>
                  </a:moveTo>
                  <a:lnTo>
                    <a:pt x="334810" y="0"/>
                  </a:lnTo>
                  <a:lnTo>
                    <a:pt x="250634" y="0"/>
                  </a:lnTo>
                  <a:lnTo>
                    <a:pt x="175818" y="200444"/>
                  </a:lnTo>
                  <a:lnTo>
                    <a:pt x="250634" y="200444"/>
                  </a:lnTo>
                  <a:lnTo>
                    <a:pt x="292100" y="81051"/>
                  </a:lnTo>
                  <a:lnTo>
                    <a:pt x="334810" y="200444"/>
                  </a:lnTo>
                  <a:lnTo>
                    <a:pt x="411492" y="200444"/>
                  </a:lnTo>
                  <a:close/>
                </a:path>
                <a:path w="805815" h="200659">
                  <a:moveTo>
                    <a:pt x="588238" y="0"/>
                  </a:moveTo>
                  <a:lnTo>
                    <a:pt x="394970" y="0"/>
                  </a:lnTo>
                  <a:lnTo>
                    <a:pt x="394970" y="58420"/>
                  </a:lnTo>
                  <a:lnTo>
                    <a:pt x="452018" y="58420"/>
                  </a:lnTo>
                  <a:lnTo>
                    <a:pt x="452018" y="200660"/>
                  </a:lnTo>
                  <a:lnTo>
                    <a:pt x="532130" y="200660"/>
                  </a:lnTo>
                  <a:lnTo>
                    <a:pt x="532130" y="58420"/>
                  </a:lnTo>
                  <a:lnTo>
                    <a:pt x="588238" y="58420"/>
                  </a:lnTo>
                  <a:lnTo>
                    <a:pt x="588238" y="0"/>
                  </a:lnTo>
                  <a:close/>
                </a:path>
                <a:path w="805815" h="200659">
                  <a:moveTo>
                    <a:pt x="805535" y="200444"/>
                  </a:moveTo>
                  <a:lnTo>
                    <a:pt x="728522" y="0"/>
                  </a:lnTo>
                  <a:lnTo>
                    <a:pt x="644359" y="0"/>
                  </a:lnTo>
                  <a:lnTo>
                    <a:pt x="569544" y="200444"/>
                  </a:lnTo>
                  <a:lnTo>
                    <a:pt x="644359" y="200444"/>
                  </a:lnTo>
                  <a:lnTo>
                    <a:pt x="686130" y="81051"/>
                  </a:lnTo>
                  <a:lnTo>
                    <a:pt x="728522" y="200444"/>
                  </a:lnTo>
                  <a:lnTo>
                    <a:pt x="805535" y="200444"/>
                  </a:lnTo>
                  <a:close/>
                </a:path>
              </a:pathLst>
            </a:custGeom>
            <a:solidFill>
              <a:srgbClr val="FFFFFF"/>
            </a:solidFill>
          </p:spPr>
          <p:txBody>
            <a:bodyPr wrap="square" lIns="0" tIns="0" rIns="0" bIns="0" rtlCol="0"/>
            <a:lstStyle/>
            <a:p>
              <a:endParaRPr sz="1092"/>
            </a:p>
          </p:txBody>
        </p:sp>
        <p:sp>
          <p:nvSpPr>
            <p:cNvPr id="6" name="object 11">
              <a:extLst>
                <a:ext uri="{FF2B5EF4-FFF2-40B4-BE49-F238E27FC236}">
                  <a16:creationId xmlns:a16="http://schemas.microsoft.com/office/drawing/2014/main" id="{BED41E6D-113A-9C7C-35BB-B716CB8CFC67}"/>
                </a:ext>
              </a:extLst>
            </p:cNvPr>
            <p:cNvSpPr/>
            <p:nvPr/>
          </p:nvSpPr>
          <p:spPr>
            <a:xfrm>
              <a:off x="19002833" y="303332"/>
              <a:ext cx="147320" cy="200660"/>
            </a:xfrm>
            <a:custGeom>
              <a:avLst/>
              <a:gdLst/>
              <a:ahLst/>
              <a:cxnLst/>
              <a:rect l="l" t="t" r="r" b="b"/>
              <a:pathLst>
                <a:path w="147319" h="200659">
                  <a:moveTo>
                    <a:pt x="147281" y="142240"/>
                  </a:moveTo>
                  <a:lnTo>
                    <a:pt x="70675" y="142240"/>
                  </a:lnTo>
                  <a:lnTo>
                    <a:pt x="70675" y="0"/>
                  </a:lnTo>
                  <a:lnTo>
                    <a:pt x="0" y="0"/>
                  </a:lnTo>
                  <a:lnTo>
                    <a:pt x="0" y="142240"/>
                  </a:lnTo>
                  <a:lnTo>
                    <a:pt x="0" y="200660"/>
                  </a:lnTo>
                  <a:lnTo>
                    <a:pt x="147281" y="200660"/>
                  </a:lnTo>
                  <a:lnTo>
                    <a:pt x="147281" y="142240"/>
                  </a:lnTo>
                  <a:close/>
                </a:path>
              </a:pathLst>
            </a:custGeom>
            <a:solidFill>
              <a:srgbClr val="ED0080"/>
            </a:solidFill>
          </p:spPr>
          <p:txBody>
            <a:bodyPr wrap="square" lIns="0" tIns="0" rIns="0" bIns="0" rtlCol="0"/>
            <a:lstStyle/>
            <a:p>
              <a:endParaRPr sz="1092"/>
            </a:p>
          </p:txBody>
        </p:sp>
        <p:pic>
          <p:nvPicPr>
            <p:cNvPr id="9" name="object 12">
              <a:extLst>
                <a:ext uri="{FF2B5EF4-FFF2-40B4-BE49-F238E27FC236}">
                  <a16:creationId xmlns:a16="http://schemas.microsoft.com/office/drawing/2014/main" id="{C2885CBA-1FF5-79DC-A1EC-390D6605D1E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798201" y="303316"/>
              <a:ext cx="180088" cy="200454"/>
            </a:xfrm>
            <a:prstGeom prst="rect">
              <a:avLst/>
            </a:prstGeom>
          </p:spPr>
        </p:pic>
        <p:pic>
          <p:nvPicPr>
            <p:cNvPr id="10" name="object 13">
              <a:extLst>
                <a:ext uri="{FF2B5EF4-FFF2-40B4-BE49-F238E27FC236}">
                  <a16:creationId xmlns:a16="http://schemas.microsoft.com/office/drawing/2014/main" id="{A3907CE1-91A6-AE65-FA61-6F2127BE4151}"/>
                </a:ext>
              </a:extLst>
            </p:cNvPr>
            <p:cNvPicPr/>
            <p:nvPr/>
          </p:nvPicPr>
          <p:blipFill>
            <a:blip r:embed="rId4" cstate="email">
              <a:extLst>
                <a:ext uri="{28A0092B-C50C-407E-A947-70E740481C1C}">
                  <a14:useLocalDpi xmlns:a14="http://schemas.microsoft.com/office/drawing/2010/main"/>
                </a:ext>
              </a:extLst>
            </a:blip>
            <a:stretch>
              <a:fillRect/>
            </a:stretch>
          </p:blipFill>
          <p:spPr>
            <a:xfrm>
              <a:off x="19171547" y="303321"/>
              <a:ext cx="429949" cy="200444"/>
            </a:xfrm>
            <a:prstGeom prst="rect">
              <a:avLst/>
            </a:prstGeom>
          </p:spPr>
        </p:pic>
      </p:grpSp>
      <p:sp>
        <p:nvSpPr>
          <p:cNvPr id="11" name="object 4">
            <a:extLst>
              <a:ext uri="{FF2B5EF4-FFF2-40B4-BE49-F238E27FC236}">
                <a16:creationId xmlns:a16="http://schemas.microsoft.com/office/drawing/2014/main" id="{BF371D21-C95E-1A57-DA42-9AFCB34791AB}"/>
              </a:ext>
            </a:extLst>
          </p:cNvPr>
          <p:cNvSpPr txBox="1">
            <a:spLocks/>
          </p:cNvSpPr>
          <p:nvPr/>
        </p:nvSpPr>
        <p:spPr>
          <a:xfrm>
            <a:off x="294964" y="600999"/>
            <a:ext cx="3604204" cy="582105"/>
          </a:xfrm>
          <a:prstGeom prst="rect">
            <a:avLst/>
          </a:prstGeom>
          <a:noFill/>
          <a:ln>
            <a:noFill/>
          </a:ln>
        </p:spPr>
        <p:txBody>
          <a:bodyPr vert="horz" wrap="square" lIns="0" tIns="8086" rIns="0" bIns="0" rtlCol="0" anchor="ctr">
            <a:spAutoFit/>
          </a:bodyPr>
          <a:lstStyle>
            <a:lvl1pPr lvl="0" algn="l" defTabSz="914400" rtl="0" eaLnBrk="1" latinLnBrk="0" hangingPunct="1">
              <a:lnSpc>
                <a:spcPct val="90000"/>
              </a:lnSpc>
              <a:spcBef>
                <a:spcPts val="0"/>
              </a:spcBef>
              <a:buClr>
                <a:srgbClr val="CE0B10"/>
              </a:buClr>
              <a:buSzPct val="100000"/>
              <a:buFont typeface="Tahoma"/>
              <a:buNone/>
              <a:defRPr sz="4533" b="0" i="0" kern="1200">
                <a:gradFill>
                  <a:gsLst>
                    <a:gs pos="70000">
                      <a:srgbClr val="A72879"/>
                    </a:gs>
                    <a:gs pos="26000">
                      <a:srgbClr val="E3000F"/>
                    </a:gs>
                    <a:gs pos="0">
                      <a:srgbClr val="F08300"/>
                    </a:gs>
                    <a:gs pos="100000">
                      <a:srgbClr val="064497"/>
                    </a:gs>
                  </a:gsLst>
                  <a:lin ang="0" scaled="0"/>
                </a:gradFill>
                <a:latin typeface="Sky Text" charset="0"/>
                <a:ea typeface="Sky Text" charset="0"/>
                <a:cs typeface="Sky Text" charset="0"/>
                <a:sym typeface="Tahoma"/>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pPr marL="7701">
              <a:lnSpc>
                <a:spcPts val="4897"/>
              </a:lnSpc>
              <a:spcBef>
                <a:spcPts val="64"/>
              </a:spcBef>
            </a:pPr>
            <a:r>
              <a:rPr lang="en-IN" sz="3032" spc="-124" dirty="0">
                <a:solidFill>
                  <a:srgbClr val="DE198E"/>
                </a:solidFill>
                <a:latin typeface="Volte Play"/>
                <a:ea typeface="+mn-ea"/>
              </a:rPr>
              <a:t>Manager Feedback </a:t>
            </a:r>
          </a:p>
        </p:txBody>
      </p:sp>
    </p:spTree>
    <p:extLst>
      <p:ext uri="{BB962C8B-B14F-4D97-AF65-F5344CB8AC3E}">
        <p14:creationId xmlns:p14="http://schemas.microsoft.com/office/powerpoint/2010/main" val="15182390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682E5-DACC-EAA0-57E6-6F29B2B7ED06}"/>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9BCB6097-CD30-C72B-56A3-52476171C651}"/>
              </a:ext>
            </a:extLst>
          </p:cNvPr>
          <p:cNvSpPr/>
          <p:nvPr/>
        </p:nvSpPr>
        <p:spPr>
          <a:xfrm>
            <a:off x="428" y="0"/>
            <a:ext cx="12191144" cy="485181"/>
          </a:xfrm>
          <a:custGeom>
            <a:avLst/>
            <a:gdLst/>
            <a:ahLst/>
            <a:cxnLst/>
            <a:rect l="l" t="t" r="r" b="b"/>
            <a:pathLst>
              <a:path w="20104100" h="800100">
                <a:moveTo>
                  <a:pt x="20104099" y="0"/>
                </a:moveTo>
                <a:lnTo>
                  <a:pt x="0" y="0"/>
                </a:lnTo>
                <a:lnTo>
                  <a:pt x="0" y="799912"/>
                </a:lnTo>
                <a:lnTo>
                  <a:pt x="20104099" y="799912"/>
                </a:lnTo>
                <a:lnTo>
                  <a:pt x="20104099" y="0"/>
                </a:lnTo>
                <a:close/>
              </a:path>
            </a:pathLst>
          </a:custGeom>
          <a:solidFill>
            <a:srgbClr val="382A7E"/>
          </a:solidFill>
        </p:spPr>
        <p:txBody>
          <a:bodyPr wrap="square" lIns="0" tIns="0" rIns="0" bIns="0" rtlCol="0"/>
          <a:lstStyle/>
          <a:p>
            <a:endParaRPr sz="1092"/>
          </a:p>
        </p:txBody>
      </p:sp>
      <p:grpSp>
        <p:nvGrpSpPr>
          <p:cNvPr id="5" name="object 9">
            <a:extLst>
              <a:ext uri="{FF2B5EF4-FFF2-40B4-BE49-F238E27FC236}">
                <a16:creationId xmlns:a16="http://schemas.microsoft.com/office/drawing/2014/main" id="{9CB52255-C634-7A52-4544-DFF79C4A0D74}"/>
              </a:ext>
            </a:extLst>
          </p:cNvPr>
          <p:cNvGrpSpPr/>
          <p:nvPr/>
        </p:nvGrpSpPr>
        <p:grpSpPr>
          <a:xfrm>
            <a:off x="10864522" y="140952"/>
            <a:ext cx="1022346" cy="121680"/>
            <a:chOff x="17915695" y="303316"/>
            <a:chExt cx="1685925" cy="200660"/>
          </a:xfrm>
        </p:grpSpPr>
        <p:sp>
          <p:nvSpPr>
            <p:cNvPr id="6" name="object 10">
              <a:extLst>
                <a:ext uri="{FF2B5EF4-FFF2-40B4-BE49-F238E27FC236}">
                  <a16:creationId xmlns:a16="http://schemas.microsoft.com/office/drawing/2014/main" id="{0E62C705-B6E9-E898-8243-DDFE9054E7C3}"/>
                </a:ext>
              </a:extLst>
            </p:cNvPr>
            <p:cNvSpPr/>
            <p:nvPr/>
          </p:nvSpPr>
          <p:spPr>
            <a:xfrm>
              <a:off x="17915687" y="303332"/>
              <a:ext cx="805815" cy="200660"/>
            </a:xfrm>
            <a:custGeom>
              <a:avLst/>
              <a:gdLst/>
              <a:ahLst/>
              <a:cxnLst/>
              <a:rect l="l" t="t" r="r" b="b"/>
              <a:pathLst>
                <a:path w="805815" h="200659">
                  <a:moveTo>
                    <a:pt x="193268" y="0"/>
                  </a:moveTo>
                  <a:lnTo>
                    <a:pt x="0" y="0"/>
                  </a:lnTo>
                  <a:lnTo>
                    <a:pt x="0" y="58420"/>
                  </a:lnTo>
                  <a:lnTo>
                    <a:pt x="57365" y="58420"/>
                  </a:lnTo>
                  <a:lnTo>
                    <a:pt x="57365" y="200660"/>
                  </a:lnTo>
                  <a:lnTo>
                    <a:pt x="137160" y="200660"/>
                  </a:lnTo>
                  <a:lnTo>
                    <a:pt x="137160" y="58420"/>
                  </a:lnTo>
                  <a:lnTo>
                    <a:pt x="193268" y="58420"/>
                  </a:lnTo>
                  <a:lnTo>
                    <a:pt x="193268" y="0"/>
                  </a:lnTo>
                  <a:close/>
                </a:path>
                <a:path w="805815" h="200659">
                  <a:moveTo>
                    <a:pt x="411492" y="200444"/>
                  </a:moveTo>
                  <a:lnTo>
                    <a:pt x="334810" y="0"/>
                  </a:lnTo>
                  <a:lnTo>
                    <a:pt x="250634" y="0"/>
                  </a:lnTo>
                  <a:lnTo>
                    <a:pt x="175818" y="200444"/>
                  </a:lnTo>
                  <a:lnTo>
                    <a:pt x="250634" y="200444"/>
                  </a:lnTo>
                  <a:lnTo>
                    <a:pt x="292100" y="81051"/>
                  </a:lnTo>
                  <a:lnTo>
                    <a:pt x="334810" y="200444"/>
                  </a:lnTo>
                  <a:lnTo>
                    <a:pt x="411492" y="200444"/>
                  </a:lnTo>
                  <a:close/>
                </a:path>
                <a:path w="805815" h="200659">
                  <a:moveTo>
                    <a:pt x="588238" y="0"/>
                  </a:moveTo>
                  <a:lnTo>
                    <a:pt x="394970" y="0"/>
                  </a:lnTo>
                  <a:lnTo>
                    <a:pt x="394970" y="58420"/>
                  </a:lnTo>
                  <a:lnTo>
                    <a:pt x="452018" y="58420"/>
                  </a:lnTo>
                  <a:lnTo>
                    <a:pt x="452018" y="200660"/>
                  </a:lnTo>
                  <a:lnTo>
                    <a:pt x="532130" y="200660"/>
                  </a:lnTo>
                  <a:lnTo>
                    <a:pt x="532130" y="58420"/>
                  </a:lnTo>
                  <a:lnTo>
                    <a:pt x="588238" y="58420"/>
                  </a:lnTo>
                  <a:lnTo>
                    <a:pt x="588238" y="0"/>
                  </a:lnTo>
                  <a:close/>
                </a:path>
                <a:path w="805815" h="200659">
                  <a:moveTo>
                    <a:pt x="805535" y="200444"/>
                  </a:moveTo>
                  <a:lnTo>
                    <a:pt x="728522" y="0"/>
                  </a:lnTo>
                  <a:lnTo>
                    <a:pt x="644359" y="0"/>
                  </a:lnTo>
                  <a:lnTo>
                    <a:pt x="569544" y="200444"/>
                  </a:lnTo>
                  <a:lnTo>
                    <a:pt x="644359" y="200444"/>
                  </a:lnTo>
                  <a:lnTo>
                    <a:pt x="686130" y="81051"/>
                  </a:lnTo>
                  <a:lnTo>
                    <a:pt x="728522" y="200444"/>
                  </a:lnTo>
                  <a:lnTo>
                    <a:pt x="805535" y="200444"/>
                  </a:lnTo>
                  <a:close/>
                </a:path>
              </a:pathLst>
            </a:custGeom>
            <a:solidFill>
              <a:srgbClr val="FFFFFF"/>
            </a:solidFill>
          </p:spPr>
          <p:txBody>
            <a:bodyPr wrap="square" lIns="0" tIns="0" rIns="0" bIns="0" rtlCol="0"/>
            <a:lstStyle/>
            <a:p>
              <a:endParaRPr sz="1092"/>
            </a:p>
          </p:txBody>
        </p:sp>
        <p:sp>
          <p:nvSpPr>
            <p:cNvPr id="7" name="object 11">
              <a:extLst>
                <a:ext uri="{FF2B5EF4-FFF2-40B4-BE49-F238E27FC236}">
                  <a16:creationId xmlns:a16="http://schemas.microsoft.com/office/drawing/2014/main" id="{5F4C5E16-B5D7-3E40-AECC-4363DCBA5475}"/>
                </a:ext>
              </a:extLst>
            </p:cNvPr>
            <p:cNvSpPr/>
            <p:nvPr/>
          </p:nvSpPr>
          <p:spPr>
            <a:xfrm>
              <a:off x="19002833" y="303332"/>
              <a:ext cx="147320" cy="200660"/>
            </a:xfrm>
            <a:custGeom>
              <a:avLst/>
              <a:gdLst/>
              <a:ahLst/>
              <a:cxnLst/>
              <a:rect l="l" t="t" r="r" b="b"/>
              <a:pathLst>
                <a:path w="147319" h="200659">
                  <a:moveTo>
                    <a:pt x="147281" y="142240"/>
                  </a:moveTo>
                  <a:lnTo>
                    <a:pt x="70675" y="142240"/>
                  </a:lnTo>
                  <a:lnTo>
                    <a:pt x="70675" y="0"/>
                  </a:lnTo>
                  <a:lnTo>
                    <a:pt x="0" y="0"/>
                  </a:lnTo>
                  <a:lnTo>
                    <a:pt x="0" y="142240"/>
                  </a:lnTo>
                  <a:lnTo>
                    <a:pt x="0" y="200660"/>
                  </a:lnTo>
                  <a:lnTo>
                    <a:pt x="147281" y="200660"/>
                  </a:lnTo>
                  <a:lnTo>
                    <a:pt x="147281" y="142240"/>
                  </a:lnTo>
                  <a:close/>
                </a:path>
              </a:pathLst>
            </a:custGeom>
            <a:solidFill>
              <a:srgbClr val="ED0080"/>
            </a:solidFill>
          </p:spPr>
          <p:txBody>
            <a:bodyPr wrap="square" lIns="0" tIns="0" rIns="0" bIns="0" rtlCol="0"/>
            <a:lstStyle/>
            <a:p>
              <a:endParaRPr sz="1092"/>
            </a:p>
          </p:txBody>
        </p:sp>
        <p:pic>
          <p:nvPicPr>
            <p:cNvPr id="8" name="object 12">
              <a:extLst>
                <a:ext uri="{FF2B5EF4-FFF2-40B4-BE49-F238E27FC236}">
                  <a16:creationId xmlns:a16="http://schemas.microsoft.com/office/drawing/2014/main" id="{3B4B83AE-45CB-63CD-1124-AC8222DFE43F}"/>
                </a:ext>
              </a:extLst>
            </p:cNvPr>
            <p:cNvPicPr/>
            <p:nvPr/>
          </p:nvPicPr>
          <p:blipFill>
            <a:blip r:embed="rId2" cstate="email">
              <a:extLst>
                <a:ext uri="{28A0092B-C50C-407E-A947-70E740481C1C}">
                  <a14:useLocalDpi xmlns:a14="http://schemas.microsoft.com/office/drawing/2010/main"/>
                </a:ext>
              </a:extLst>
            </a:blip>
            <a:stretch>
              <a:fillRect/>
            </a:stretch>
          </p:blipFill>
          <p:spPr>
            <a:xfrm>
              <a:off x="18798201" y="303316"/>
              <a:ext cx="180088" cy="200454"/>
            </a:xfrm>
            <a:prstGeom prst="rect">
              <a:avLst/>
            </a:prstGeom>
          </p:spPr>
        </p:pic>
        <p:pic>
          <p:nvPicPr>
            <p:cNvPr id="9" name="object 13">
              <a:extLst>
                <a:ext uri="{FF2B5EF4-FFF2-40B4-BE49-F238E27FC236}">
                  <a16:creationId xmlns:a16="http://schemas.microsoft.com/office/drawing/2014/main" id="{80B08B84-1807-7985-327A-1B207529D342}"/>
                </a:ext>
              </a:extLst>
            </p:cNvPr>
            <p:cNvPicPr/>
            <p:nvPr/>
          </p:nvPicPr>
          <p:blipFill>
            <a:blip r:embed="rId3" cstate="email">
              <a:extLst>
                <a:ext uri="{28A0092B-C50C-407E-A947-70E740481C1C}">
                  <a14:useLocalDpi xmlns:a14="http://schemas.microsoft.com/office/drawing/2010/main"/>
                </a:ext>
              </a:extLst>
            </a:blip>
            <a:stretch>
              <a:fillRect/>
            </a:stretch>
          </p:blipFill>
          <p:spPr>
            <a:xfrm>
              <a:off x="19171547" y="303321"/>
              <a:ext cx="429949" cy="200444"/>
            </a:xfrm>
            <a:prstGeom prst="rect">
              <a:avLst/>
            </a:prstGeom>
          </p:spPr>
        </p:pic>
      </p:grpSp>
      <p:sp>
        <p:nvSpPr>
          <p:cNvPr id="10" name="object 4">
            <a:extLst>
              <a:ext uri="{FF2B5EF4-FFF2-40B4-BE49-F238E27FC236}">
                <a16:creationId xmlns:a16="http://schemas.microsoft.com/office/drawing/2014/main" id="{18A85B69-C1BB-9D58-314B-354F27FD49AB}"/>
              </a:ext>
            </a:extLst>
          </p:cNvPr>
          <p:cNvSpPr txBox="1">
            <a:spLocks/>
          </p:cNvSpPr>
          <p:nvPr/>
        </p:nvSpPr>
        <p:spPr>
          <a:xfrm>
            <a:off x="294964" y="558020"/>
            <a:ext cx="3604204" cy="582105"/>
          </a:xfrm>
          <a:prstGeom prst="rect">
            <a:avLst/>
          </a:prstGeom>
          <a:noFill/>
          <a:ln>
            <a:noFill/>
          </a:ln>
        </p:spPr>
        <p:txBody>
          <a:bodyPr vert="horz" wrap="square" lIns="0" tIns="8086" rIns="0" bIns="0" rtlCol="0" anchor="ctr">
            <a:spAutoFit/>
          </a:bodyPr>
          <a:lstStyle>
            <a:lvl1pPr lvl="0" algn="l" defTabSz="914400" rtl="0" eaLnBrk="1" latinLnBrk="0" hangingPunct="1">
              <a:lnSpc>
                <a:spcPct val="90000"/>
              </a:lnSpc>
              <a:spcBef>
                <a:spcPts val="0"/>
              </a:spcBef>
              <a:buClr>
                <a:srgbClr val="CE0B10"/>
              </a:buClr>
              <a:buSzPct val="100000"/>
              <a:buFont typeface="Tahoma"/>
              <a:buNone/>
              <a:defRPr sz="4533" b="0" i="0" kern="1200">
                <a:gradFill>
                  <a:gsLst>
                    <a:gs pos="70000">
                      <a:srgbClr val="A72879"/>
                    </a:gs>
                    <a:gs pos="26000">
                      <a:srgbClr val="E3000F"/>
                    </a:gs>
                    <a:gs pos="0">
                      <a:srgbClr val="F08300"/>
                    </a:gs>
                    <a:gs pos="100000">
                      <a:srgbClr val="064497"/>
                    </a:gs>
                  </a:gsLst>
                  <a:lin ang="0" scaled="0"/>
                </a:gradFill>
                <a:latin typeface="Sky Text" charset="0"/>
                <a:ea typeface="Sky Text" charset="0"/>
                <a:cs typeface="Sky Text" charset="0"/>
                <a:sym typeface="Tahoma"/>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pPr marL="7701">
              <a:lnSpc>
                <a:spcPts val="4897"/>
              </a:lnSpc>
              <a:spcBef>
                <a:spcPts val="64"/>
              </a:spcBef>
            </a:pPr>
            <a:r>
              <a:rPr lang="en-IN" sz="3032" spc="-124" dirty="0">
                <a:solidFill>
                  <a:srgbClr val="DE198E"/>
                </a:solidFill>
                <a:latin typeface="Volte Play"/>
                <a:ea typeface="+mn-ea"/>
              </a:rPr>
              <a:t>Manager Feedback </a:t>
            </a:r>
          </a:p>
        </p:txBody>
      </p:sp>
      <p:sp>
        <p:nvSpPr>
          <p:cNvPr id="2" name="Title 1">
            <a:extLst>
              <a:ext uri="{FF2B5EF4-FFF2-40B4-BE49-F238E27FC236}">
                <a16:creationId xmlns:a16="http://schemas.microsoft.com/office/drawing/2014/main" id="{1571D27F-4EFF-16DB-E358-BF3BFE41ABB1}"/>
              </a:ext>
            </a:extLst>
          </p:cNvPr>
          <p:cNvSpPr>
            <a:spLocks noGrp="1"/>
          </p:cNvSpPr>
          <p:nvPr>
            <p:ph type="title"/>
          </p:nvPr>
        </p:nvSpPr>
        <p:spPr>
          <a:xfrm>
            <a:off x="280080" y="1129492"/>
            <a:ext cx="11228799" cy="796347"/>
          </a:xfrm>
        </p:spPr>
        <p:txBody>
          <a:bodyPr>
            <a:normAutofit/>
          </a:bodyPr>
          <a:lstStyle/>
          <a:p>
            <a:r>
              <a:rPr lang="en-IN" sz="1800" dirty="0">
                <a:solidFill>
                  <a:schemeClr val="tx1"/>
                </a:solidFill>
              </a:rPr>
              <a:t>In the summary section click on ‘Calculate’ to find calculated rating and provide summary rating.</a:t>
            </a:r>
          </a:p>
        </p:txBody>
      </p:sp>
      <p:pic>
        <p:nvPicPr>
          <p:cNvPr id="4" name="Picture 3">
            <a:extLst>
              <a:ext uri="{FF2B5EF4-FFF2-40B4-BE49-F238E27FC236}">
                <a16:creationId xmlns:a16="http://schemas.microsoft.com/office/drawing/2014/main" id="{04B6EB3B-0EBC-EAC1-9741-3FB27ABA2922}"/>
              </a:ext>
            </a:extLst>
          </p:cNvPr>
          <p:cNvPicPr>
            <a:picLocks noChangeAspect="1"/>
          </p:cNvPicPr>
          <p:nvPr/>
        </p:nvPicPr>
        <p:blipFill>
          <a:blip r:embed="rId4"/>
          <a:stretch>
            <a:fillRect/>
          </a:stretch>
        </p:blipFill>
        <p:spPr>
          <a:xfrm>
            <a:off x="280080" y="1984565"/>
            <a:ext cx="9471402" cy="2888869"/>
          </a:xfrm>
          <a:prstGeom prst="rect">
            <a:avLst/>
          </a:prstGeom>
        </p:spPr>
      </p:pic>
    </p:spTree>
    <p:extLst>
      <p:ext uri="{BB962C8B-B14F-4D97-AF65-F5344CB8AC3E}">
        <p14:creationId xmlns:p14="http://schemas.microsoft.com/office/powerpoint/2010/main" val="1336044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86051-197B-DF3C-7B34-67A6CD1A11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BE5C7B-957D-6A5E-CBDE-6A871DCBBD18}"/>
              </a:ext>
            </a:extLst>
          </p:cNvPr>
          <p:cNvSpPr>
            <a:spLocks noGrp="1"/>
          </p:cNvSpPr>
          <p:nvPr>
            <p:ph type="title"/>
          </p:nvPr>
        </p:nvSpPr>
        <p:spPr>
          <a:xfrm>
            <a:off x="893134" y="1169582"/>
            <a:ext cx="11228799" cy="1143200"/>
          </a:xfrm>
        </p:spPr>
        <p:txBody>
          <a:bodyPr>
            <a:normAutofit/>
          </a:bodyPr>
          <a:lstStyle/>
          <a:p>
            <a:r>
              <a:rPr lang="en-IN" sz="1800" dirty="0">
                <a:solidFill>
                  <a:schemeClr val="tx1"/>
                </a:solidFill>
              </a:rPr>
              <a:t>Scroll down to the ‘Overall Summary’ section.</a:t>
            </a:r>
            <a:br>
              <a:rPr lang="en-IN" sz="1800" dirty="0">
                <a:solidFill>
                  <a:schemeClr val="tx1"/>
                </a:solidFill>
              </a:rPr>
            </a:br>
            <a:r>
              <a:rPr lang="en-IN" sz="1800" dirty="0">
                <a:solidFill>
                  <a:schemeClr val="tx1"/>
                </a:solidFill>
              </a:rPr>
              <a:t>Provide the final rating and comments and click ‘Save and Close’</a:t>
            </a:r>
            <a:br>
              <a:rPr lang="en-IN" sz="1800" dirty="0">
                <a:solidFill>
                  <a:schemeClr val="tx1"/>
                </a:solidFill>
              </a:rPr>
            </a:br>
            <a:r>
              <a:rPr lang="en-IN" sz="1800" dirty="0">
                <a:solidFill>
                  <a:schemeClr val="tx1"/>
                </a:solidFill>
              </a:rPr>
              <a:t>After providing all the ratings and comments click on ‘Submit’</a:t>
            </a:r>
          </a:p>
        </p:txBody>
      </p:sp>
      <p:pic>
        <p:nvPicPr>
          <p:cNvPr id="8" name="Picture 7">
            <a:extLst>
              <a:ext uri="{FF2B5EF4-FFF2-40B4-BE49-F238E27FC236}">
                <a16:creationId xmlns:a16="http://schemas.microsoft.com/office/drawing/2014/main" id="{A86316A2-E479-0BD3-38B4-AA89DE162979}"/>
              </a:ext>
            </a:extLst>
          </p:cNvPr>
          <p:cNvPicPr>
            <a:picLocks noChangeAspect="1"/>
          </p:cNvPicPr>
          <p:nvPr/>
        </p:nvPicPr>
        <p:blipFill>
          <a:blip r:embed="rId2"/>
          <a:stretch>
            <a:fillRect/>
          </a:stretch>
        </p:blipFill>
        <p:spPr>
          <a:xfrm>
            <a:off x="6899446" y="2236054"/>
            <a:ext cx="3198473" cy="2037468"/>
          </a:xfrm>
          <a:prstGeom prst="rect">
            <a:avLst/>
          </a:prstGeom>
        </p:spPr>
      </p:pic>
      <p:pic>
        <p:nvPicPr>
          <p:cNvPr id="5" name="Picture 4">
            <a:extLst>
              <a:ext uri="{FF2B5EF4-FFF2-40B4-BE49-F238E27FC236}">
                <a16:creationId xmlns:a16="http://schemas.microsoft.com/office/drawing/2014/main" id="{275D3B24-3C7F-4047-B44B-10B0E9745986}"/>
              </a:ext>
            </a:extLst>
          </p:cNvPr>
          <p:cNvPicPr>
            <a:picLocks noChangeAspect="1"/>
          </p:cNvPicPr>
          <p:nvPr/>
        </p:nvPicPr>
        <p:blipFill>
          <a:blip r:embed="rId3"/>
          <a:stretch>
            <a:fillRect/>
          </a:stretch>
        </p:blipFill>
        <p:spPr>
          <a:xfrm>
            <a:off x="893134" y="2236054"/>
            <a:ext cx="5772956" cy="4030875"/>
          </a:xfrm>
          <a:prstGeom prst="rect">
            <a:avLst/>
          </a:prstGeom>
        </p:spPr>
      </p:pic>
      <p:sp>
        <p:nvSpPr>
          <p:cNvPr id="3" name="object 2">
            <a:extLst>
              <a:ext uri="{FF2B5EF4-FFF2-40B4-BE49-F238E27FC236}">
                <a16:creationId xmlns:a16="http://schemas.microsoft.com/office/drawing/2014/main" id="{263BD713-FF5D-7500-8A05-73DE4E2E8CA7}"/>
              </a:ext>
            </a:extLst>
          </p:cNvPr>
          <p:cNvSpPr/>
          <p:nvPr/>
        </p:nvSpPr>
        <p:spPr>
          <a:xfrm>
            <a:off x="428" y="0"/>
            <a:ext cx="12191144" cy="485181"/>
          </a:xfrm>
          <a:custGeom>
            <a:avLst/>
            <a:gdLst/>
            <a:ahLst/>
            <a:cxnLst/>
            <a:rect l="l" t="t" r="r" b="b"/>
            <a:pathLst>
              <a:path w="20104100" h="800100">
                <a:moveTo>
                  <a:pt x="20104099" y="0"/>
                </a:moveTo>
                <a:lnTo>
                  <a:pt x="0" y="0"/>
                </a:lnTo>
                <a:lnTo>
                  <a:pt x="0" y="799912"/>
                </a:lnTo>
                <a:lnTo>
                  <a:pt x="20104099" y="799912"/>
                </a:lnTo>
                <a:lnTo>
                  <a:pt x="20104099" y="0"/>
                </a:lnTo>
                <a:close/>
              </a:path>
            </a:pathLst>
          </a:custGeom>
          <a:solidFill>
            <a:srgbClr val="382A7E"/>
          </a:solidFill>
        </p:spPr>
        <p:txBody>
          <a:bodyPr wrap="square" lIns="0" tIns="0" rIns="0" bIns="0" rtlCol="0"/>
          <a:lstStyle/>
          <a:p>
            <a:endParaRPr sz="1092"/>
          </a:p>
        </p:txBody>
      </p:sp>
      <p:grpSp>
        <p:nvGrpSpPr>
          <p:cNvPr id="4" name="object 9">
            <a:extLst>
              <a:ext uri="{FF2B5EF4-FFF2-40B4-BE49-F238E27FC236}">
                <a16:creationId xmlns:a16="http://schemas.microsoft.com/office/drawing/2014/main" id="{3A17D9BA-B920-D64C-3582-D379070B791B}"/>
              </a:ext>
            </a:extLst>
          </p:cNvPr>
          <p:cNvGrpSpPr/>
          <p:nvPr/>
        </p:nvGrpSpPr>
        <p:grpSpPr>
          <a:xfrm>
            <a:off x="10864522" y="140952"/>
            <a:ext cx="1022346" cy="121680"/>
            <a:chOff x="17915695" y="303316"/>
            <a:chExt cx="1685925" cy="200660"/>
          </a:xfrm>
        </p:grpSpPr>
        <p:sp>
          <p:nvSpPr>
            <p:cNvPr id="6" name="object 10">
              <a:extLst>
                <a:ext uri="{FF2B5EF4-FFF2-40B4-BE49-F238E27FC236}">
                  <a16:creationId xmlns:a16="http://schemas.microsoft.com/office/drawing/2014/main" id="{B95961BD-C8B8-6C6D-774F-095F3EA0E09B}"/>
                </a:ext>
              </a:extLst>
            </p:cNvPr>
            <p:cNvSpPr/>
            <p:nvPr/>
          </p:nvSpPr>
          <p:spPr>
            <a:xfrm>
              <a:off x="17915687" y="303332"/>
              <a:ext cx="805815" cy="200660"/>
            </a:xfrm>
            <a:custGeom>
              <a:avLst/>
              <a:gdLst/>
              <a:ahLst/>
              <a:cxnLst/>
              <a:rect l="l" t="t" r="r" b="b"/>
              <a:pathLst>
                <a:path w="805815" h="200659">
                  <a:moveTo>
                    <a:pt x="193268" y="0"/>
                  </a:moveTo>
                  <a:lnTo>
                    <a:pt x="0" y="0"/>
                  </a:lnTo>
                  <a:lnTo>
                    <a:pt x="0" y="58420"/>
                  </a:lnTo>
                  <a:lnTo>
                    <a:pt x="57365" y="58420"/>
                  </a:lnTo>
                  <a:lnTo>
                    <a:pt x="57365" y="200660"/>
                  </a:lnTo>
                  <a:lnTo>
                    <a:pt x="137160" y="200660"/>
                  </a:lnTo>
                  <a:lnTo>
                    <a:pt x="137160" y="58420"/>
                  </a:lnTo>
                  <a:lnTo>
                    <a:pt x="193268" y="58420"/>
                  </a:lnTo>
                  <a:lnTo>
                    <a:pt x="193268" y="0"/>
                  </a:lnTo>
                  <a:close/>
                </a:path>
                <a:path w="805815" h="200659">
                  <a:moveTo>
                    <a:pt x="411492" y="200444"/>
                  </a:moveTo>
                  <a:lnTo>
                    <a:pt x="334810" y="0"/>
                  </a:lnTo>
                  <a:lnTo>
                    <a:pt x="250634" y="0"/>
                  </a:lnTo>
                  <a:lnTo>
                    <a:pt x="175818" y="200444"/>
                  </a:lnTo>
                  <a:lnTo>
                    <a:pt x="250634" y="200444"/>
                  </a:lnTo>
                  <a:lnTo>
                    <a:pt x="292100" y="81051"/>
                  </a:lnTo>
                  <a:lnTo>
                    <a:pt x="334810" y="200444"/>
                  </a:lnTo>
                  <a:lnTo>
                    <a:pt x="411492" y="200444"/>
                  </a:lnTo>
                  <a:close/>
                </a:path>
                <a:path w="805815" h="200659">
                  <a:moveTo>
                    <a:pt x="588238" y="0"/>
                  </a:moveTo>
                  <a:lnTo>
                    <a:pt x="394970" y="0"/>
                  </a:lnTo>
                  <a:lnTo>
                    <a:pt x="394970" y="58420"/>
                  </a:lnTo>
                  <a:lnTo>
                    <a:pt x="452018" y="58420"/>
                  </a:lnTo>
                  <a:lnTo>
                    <a:pt x="452018" y="200660"/>
                  </a:lnTo>
                  <a:lnTo>
                    <a:pt x="532130" y="200660"/>
                  </a:lnTo>
                  <a:lnTo>
                    <a:pt x="532130" y="58420"/>
                  </a:lnTo>
                  <a:lnTo>
                    <a:pt x="588238" y="58420"/>
                  </a:lnTo>
                  <a:lnTo>
                    <a:pt x="588238" y="0"/>
                  </a:lnTo>
                  <a:close/>
                </a:path>
                <a:path w="805815" h="200659">
                  <a:moveTo>
                    <a:pt x="805535" y="200444"/>
                  </a:moveTo>
                  <a:lnTo>
                    <a:pt x="728522" y="0"/>
                  </a:lnTo>
                  <a:lnTo>
                    <a:pt x="644359" y="0"/>
                  </a:lnTo>
                  <a:lnTo>
                    <a:pt x="569544" y="200444"/>
                  </a:lnTo>
                  <a:lnTo>
                    <a:pt x="644359" y="200444"/>
                  </a:lnTo>
                  <a:lnTo>
                    <a:pt x="686130" y="81051"/>
                  </a:lnTo>
                  <a:lnTo>
                    <a:pt x="728522" y="200444"/>
                  </a:lnTo>
                  <a:lnTo>
                    <a:pt x="805535" y="200444"/>
                  </a:lnTo>
                  <a:close/>
                </a:path>
              </a:pathLst>
            </a:custGeom>
            <a:solidFill>
              <a:srgbClr val="FFFFFF"/>
            </a:solidFill>
          </p:spPr>
          <p:txBody>
            <a:bodyPr wrap="square" lIns="0" tIns="0" rIns="0" bIns="0" rtlCol="0"/>
            <a:lstStyle/>
            <a:p>
              <a:endParaRPr sz="1092"/>
            </a:p>
          </p:txBody>
        </p:sp>
        <p:sp>
          <p:nvSpPr>
            <p:cNvPr id="7" name="object 11">
              <a:extLst>
                <a:ext uri="{FF2B5EF4-FFF2-40B4-BE49-F238E27FC236}">
                  <a16:creationId xmlns:a16="http://schemas.microsoft.com/office/drawing/2014/main" id="{B9B8CCA7-0299-B16E-CD87-093A30CDCF9D}"/>
                </a:ext>
              </a:extLst>
            </p:cNvPr>
            <p:cNvSpPr/>
            <p:nvPr/>
          </p:nvSpPr>
          <p:spPr>
            <a:xfrm>
              <a:off x="19002833" y="303332"/>
              <a:ext cx="147320" cy="200660"/>
            </a:xfrm>
            <a:custGeom>
              <a:avLst/>
              <a:gdLst/>
              <a:ahLst/>
              <a:cxnLst/>
              <a:rect l="l" t="t" r="r" b="b"/>
              <a:pathLst>
                <a:path w="147319" h="200659">
                  <a:moveTo>
                    <a:pt x="147281" y="142240"/>
                  </a:moveTo>
                  <a:lnTo>
                    <a:pt x="70675" y="142240"/>
                  </a:lnTo>
                  <a:lnTo>
                    <a:pt x="70675" y="0"/>
                  </a:lnTo>
                  <a:lnTo>
                    <a:pt x="0" y="0"/>
                  </a:lnTo>
                  <a:lnTo>
                    <a:pt x="0" y="142240"/>
                  </a:lnTo>
                  <a:lnTo>
                    <a:pt x="0" y="200660"/>
                  </a:lnTo>
                  <a:lnTo>
                    <a:pt x="147281" y="200660"/>
                  </a:lnTo>
                  <a:lnTo>
                    <a:pt x="147281" y="142240"/>
                  </a:lnTo>
                  <a:close/>
                </a:path>
              </a:pathLst>
            </a:custGeom>
            <a:solidFill>
              <a:srgbClr val="ED0080"/>
            </a:solidFill>
          </p:spPr>
          <p:txBody>
            <a:bodyPr wrap="square" lIns="0" tIns="0" rIns="0" bIns="0" rtlCol="0"/>
            <a:lstStyle/>
            <a:p>
              <a:endParaRPr sz="1092"/>
            </a:p>
          </p:txBody>
        </p:sp>
        <p:pic>
          <p:nvPicPr>
            <p:cNvPr id="9" name="object 12">
              <a:extLst>
                <a:ext uri="{FF2B5EF4-FFF2-40B4-BE49-F238E27FC236}">
                  <a16:creationId xmlns:a16="http://schemas.microsoft.com/office/drawing/2014/main" id="{9424FCE1-6EC7-A425-3C22-1149C326AC9A}"/>
                </a:ext>
              </a:extLst>
            </p:cNvPr>
            <p:cNvPicPr/>
            <p:nvPr/>
          </p:nvPicPr>
          <p:blipFill>
            <a:blip r:embed="rId4" cstate="email">
              <a:extLst>
                <a:ext uri="{28A0092B-C50C-407E-A947-70E740481C1C}">
                  <a14:useLocalDpi xmlns:a14="http://schemas.microsoft.com/office/drawing/2010/main"/>
                </a:ext>
              </a:extLst>
            </a:blip>
            <a:stretch>
              <a:fillRect/>
            </a:stretch>
          </p:blipFill>
          <p:spPr>
            <a:xfrm>
              <a:off x="18798201" y="303316"/>
              <a:ext cx="180088" cy="200454"/>
            </a:xfrm>
            <a:prstGeom prst="rect">
              <a:avLst/>
            </a:prstGeom>
          </p:spPr>
        </p:pic>
        <p:pic>
          <p:nvPicPr>
            <p:cNvPr id="10" name="object 13">
              <a:extLst>
                <a:ext uri="{FF2B5EF4-FFF2-40B4-BE49-F238E27FC236}">
                  <a16:creationId xmlns:a16="http://schemas.microsoft.com/office/drawing/2014/main" id="{B63368BA-E457-776C-32DA-57968F9549B7}"/>
                </a:ext>
              </a:extLst>
            </p:cNvPr>
            <p:cNvPicPr/>
            <p:nvPr/>
          </p:nvPicPr>
          <p:blipFill>
            <a:blip r:embed="rId5" cstate="email">
              <a:extLst>
                <a:ext uri="{28A0092B-C50C-407E-A947-70E740481C1C}">
                  <a14:useLocalDpi xmlns:a14="http://schemas.microsoft.com/office/drawing/2010/main"/>
                </a:ext>
              </a:extLst>
            </a:blip>
            <a:stretch>
              <a:fillRect/>
            </a:stretch>
          </p:blipFill>
          <p:spPr>
            <a:xfrm>
              <a:off x="19171547" y="303321"/>
              <a:ext cx="429949" cy="200444"/>
            </a:xfrm>
            <a:prstGeom prst="rect">
              <a:avLst/>
            </a:prstGeom>
          </p:spPr>
        </p:pic>
      </p:grpSp>
      <p:sp>
        <p:nvSpPr>
          <p:cNvPr id="11" name="object 4">
            <a:extLst>
              <a:ext uri="{FF2B5EF4-FFF2-40B4-BE49-F238E27FC236}">
                <a16:creationId xmlns:a16="http://schemas.microsoft.com/office/drawing/2014/main" id="{13266180-304E-F9B0-AFD4-304BB2080013}"/>
              </a:ext>
            </a:extLst>
          </p:cNvPr>
          <p:cNvSpPr txBox="1">
            <a:spLocks/>
          </p:cNvSpPr>
          <p:nvPr/>
        </p:nvSpPr>
        <p:spPr>
          <a:xfrm>
            <a:off x="175408" y="591071"/>
            <a:ext cx="3604204" cy="582105"/>
          </a:xfrm>
          <a:prstGeom prst="rect">
            <a:avLst/>
          </a:prstGeom>
          <a:noFill/>
          <a:ln>
            <a:noFill/>
          </a:ln>
        </p:spPr>
        <p:txBody>
          <a:bodyPr vert="horz" wrap="square" lIns="0" tIns="8086" rIns="0" bIns="0" rtlCol="0" anchor="ctr">
            <a:spAutoFit/>
          </a:bodyPr>
          <a:lstStyle>
            <a:lvl1pPr lvl="0" algn="l" defTabSz="914400" rtl="0" eaLnBrk="1" latinLnBrk="0" hangingPunct="1">
              <a:lnSpc>
                <a:spcPct val="90000"/>
              </a:lnSpc>
              <a:spcBef>
                <a:spcPts val="0"/>
              </a:spcBef>
              <a:buClr>
                <a:srgbClr val="CE0B10"/>
              </a:buClr>
              <a:buSzPct val="100000"/>
              <a:buFont typeface="Tahoma"/>
              <a:buNone/>
              <a:defRPr sz="4533" b="0" i="0" kern="1200">
                <a:gradFill>
                  <a:gsLst>
                    <a:gs pos="70000">
                      <a:srgbClr val="A72879"/>
                    </a:gs>
                    <a:gs pos="26000">
                      <a:srgbClr val="E3000F"/>
                    </a:gs>
                    <a:gs pos="0">
                      <a:srgbClr val="F08300"/>
                    </a:gs>
                    <a:gs pos="100000">
                      <a:srgbClr val="064497"/>
                    </a:gs>
                  </a:gsLst>
                  <a:lin ang="0" scaled="0"/>
                </a:gradFill>
                <a:latin typeface="Sky Text" charset="0"/>
                <a:ea typeface="Sky Text" charset="0"/>
                <a:cs typeface="Sky Text" charset="0"/>
                <a:sym typeface="Tahoma"/>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pPr marL="7701">
              <a:lnSpc>
                <a:spcPts val="4897"/>
              </a:lnSpc>
              <a:spcBef>
                <a:spcPts val="64"/>
              </a:spcBef>
            </a:pPr>
            <a:r>
              <a:rPr lang="en-IN" sz="3032" spc="-124" dirty="0">
                <a:solidFill>
                  <a:srgbClr val="DE198E"/>
                </a:solidFill>
                <a:latin typeface="Volte Play"/>
                <a:ea typeface="+mn-ea"/>
              </a:rPr>
              <a:t>Manager Feedback </a:t>
            </a:r>
          </a:p>
        </p:txBody>
      </p:sp>
    </p:spTree>
    <p:extLst>
      <p:ext uri="{BB962C8B-B14F-4D97-AF65-F5344CB8AC3E}">
        <p14:creationId xmlns:p14="http://schemas.microsoft.com/office/powerpoint/2010/main" val="36991525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2406</TotalTime>
  <Words>469</Words>
  <Application>Microsoft Office PowerPoint</Application>
  <PresentationFormat>Widescreen</PresentationFormat>
  <Paragraphs>66</Paragraphs>
  <Slides>19</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Aptos</vt:lpstr>
      <vt:lpstr>Aptos Display</vt:lpstr>
      <vt:lpstr>Arial</vt:lpstr>
      <vt:lpstr>Sky Text</vt:lpstr>
      <vt:lpstr>Tahoma</vt:lpstr>
      <vt:lpstr>Volte Play</vt:lpstr>
      <vt:lpstr>VoltePlay-Medium</vt:lpstr>
      <vt:lpstr>VoltePlay-Semibold</vt:lpstr>
      <vt:lpstr>Office Theme</vt:lpstr>
      <vt:lpstr>PowerPoint Presentation</vt:lpstr>
      <vt:lpstr>Employee Related Tasks</vt:lpstr>
      <vt:lpstr>Self-Evaluation</vt:lpstr>
      <vt:lpstr>Self-Evaluation</vt:lpstr>
      <vt:lpstr>Self-Evaluation</vt:lpstr>
      <vt:lpstr>Self-Evaluation</vt:lpstr>
      <vt:lpstr>Self-Evaluation</vt:lpstr>
      <vt:lpstr>Participant Related Tasks</vt:lpstr>
      <vt:lpstr>Participant Feedback </vt:lpstr>
      <vt:lpstr>Participant Feedback </vt:lpstr>
      <vt:lpstr>Participant Feedback </vt:lpstr>
      <vt:lpstr>Participant Feedback </vt:lpstr>
      <vt:lpstr>Manager Related Tasks</vt:lpstr>
      <vt:lpstr>Once the employee submits the document notification will trigger to the line manager, Manager will click on the link in the notification to go to the document or through below path</vt:lpstr>
      <vt:lpstr> The Document can be opened via the path : My team &gt; Performance &gt; Click on the 360 document name</vt:lpstr>
      <vt:lpstr>Click on the Participant Feedback card to go to the Manage Participants.</vt:lpstr>
      <vt:lpstr>Go to the Competency section and give rating and comments in the competency items and click ‘Save and Next’ Repeat the same steps for all the competency items</vt:lpstr>
      <vt:lpstr>In the summary section click on ‘Calculate’ to find calculated rating and provide summary rating.</vt:lpstr>
      <vt:lpstr>Scroll down to the ‘Overall Summary’ section. Provide the final rating and comments and click ‘Save and Close’ After providing all the ratings and comments click on ‘Submit’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Debashish Mohapatra</dc:creator>
  <cp:lastModifiedBy>Shayanta Chaudhuri/HR/MUM CORP/MH</cp:lastModifiedBy>
  <cp:revision>127</cp:revision>
  <dcterms:created xsi:type="dcterms:W3CDTF">2024-11-21T10:51:47Z</dcterms:created>
  <dcterms:modified xsi:type="dcterms:W3CDTF">2025-11-03T09:53:31Z</dcterms:modified>
</cp:coreProperties>
</file>