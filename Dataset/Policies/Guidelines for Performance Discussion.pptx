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12"/>
  </p:notesMasterIdLst>
  <p:handoutMasterIdLst>
    <p:handoutMasterId r:id="rId13"/>
  </p:handoutMasterIdLst>
  <p:sldIdLst>
    <p:sldId id="259" r:id="rId2"/>
    <p:sldId id="332" r:id="rId3"/>
    <p:sldId id="331" r:id="rId4"/>
    <p:sldId id="322" r:id="rId5"/>
    <p:sldId id="330" r:id="rId6"/>
    <p:sldId id="328" r:id="rId7"/>
    <p:sldId id="327" r:id="rId8"/>
    <p:sldId id="329" r:id="rId9"/>
    <p:sldId id="321" r:id="rId10"/>
    <p:sldId id="333" r:id="rId11"/>
  </p:sldIdLst>
  <p:sldSz cx="9144000" cy="5143500" type="screen16x9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nknow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4497"/>
    <a:srgbClr val="FFDC00"/>
    <a:srgbClr val="00A3DA"/>
    <a:srgbClr val="000000"/>
    <a:srgbClr val="A72879"/>
    <a:srgbClr val="E3000F"/>
    <a:srgbClr val="F0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557838-F38B-462D-8421-1262ED685D24}">
  <a:tblStyle styleId="{A0557838-F38B-462D-8421-1262ED685D24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7"/>
  </p:normalViewPr>
  <p:slideViewPr>
    <p:cSldViewPr snapToGrid="0" snapToObjects="1">
      <p:cViewPr varScale="1">
        <p:scale>
          <a:sx n="90" d="100"/>
          <a:sy n="90" d="100"/>
        </p:scale>
        <p:origin x="5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348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</p:txBody>
      </p:sp>
      <p:sp>
        <p:nvSpPr>
          <p:cNvPr id="31747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143588" y="0"/>
            <a:ext cx="3169920" cy="481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F36C5D0F-185B-1C41-B859-64BCDBAEC4CA}" type="datetimeFigureOut">
              <a:rPr lang="en-US" altLang="en-US">
                <a:latin typeface="Ubuntu Regular" charset="0"/>
                <a:ea typeface="Ubuntu Regular" charset="0"/>
                <a:cs typeface="Ubuntu Regular" charset="0"/>
              </a:rPr>
              <a:pPr/>
              <a:t>11/6/2025</a:t>
            </a:fld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143588" y="9119474"/>
            <a:ext cx="3169920" cy="481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CA030CF1-22C9-3D42-982F-C8717D161008}" type="slidenum">
              <a:rPr lang="en-US" altLang="en-US">
                <a:latin typeface="Ubuntu Regular" charset="0"/>
                <a:ea typeface="Ubuntu Regular" charset="0"/>
                <a:cs typeface="Ubuntu Regular" charset="0"/>
              </a:rPr>
              <a:pPr/>
              <a:t>‹#›</a:t>
            </a:fld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110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hape 3"/>
          <p:cNvSpPr txBox="1">
            <a:spLocks noGrp="1"/>
          </p:cNvSpPr>
          <p:nvPr>
            <p:ph type="hdr" idx="2"/>
          </p:nvPr>
        </p:nvSpPr>
        <p:spPr bwMode="auto">
          <a:xfrm>
            <a:off x="0" y="1"/>
            <a:ext cx="3169920" cy="48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45" tIns="96645" rIns="96645" bIns="96645" numCol="1" anchor="t" anchorCtr="0" compatLnSpc="1">
            <a:prstTxWarp prst="textNoShape">
              <a:avLst/>
            </a:prstTxWarp>
          </a:bodyPr>
          <a:lstStyle>
            <a:lvl1pPr eaLnBrk="1" hangingPunct="1">
              <a:defRPr b="0" i="0">
                <a:latin typeface="Ubuntu Regular" charset="0"/>
                <a:ea typeface="Ubuntu Regular" charset="0"/>
                <a:cs typeface="Ubuntu Regular" charset="0"/>
              </a:defRPr>
            </a:lvl1pPr>
          </a:lstStyle>
          <a:p>
            <a:endParaRPr lang="en-US" altLang="en-US" dirty="0"/>
          </a:p>
        </p:txBody>
      </p:sp>
      <p:sp>
        <p:nvSpPr>
          <p:cNvPr id="30723" name="Shape 4"/>
          <p:cNvSpPr txBox="1">
            <a:spLocks noGrp="1"/>
          </p:cNvSpPr>
          <p:nvPr>
            <p:ph type="dt" idx="10"/>
          </p:nvPr>
        </p:nvSpPr>
        <p:spPr bwMode="auto">
          <a:xfrm>
            <a:off x="4143588" y="1"/>
            <a:ext cx="3169920" cy="48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45" tIns="96645" rIns="96645" bIns="9664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0" i="0">
                <a:latin typeface="Ubuntu Regular" charset="0"/>
                <a:ea typeface="Ubuntu Regular" charset="0"/>
                <a:cs typeface="Ubuntu Regular" charset="0"/>
              </a:defRPr>
            </a:lvl1pPr>
          </a:lstStyle>
          <a:p>
            <a:endParaRPr lang="en-US" altLang="en-US" dirty="0"/>
          </a:p>
        </p:txBody>
      </p:sp>
      <p:sp>
        <p:nvSpPr>
          <p:cNvPr id="28676" name="Shape 5"/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457200" y="720725"/>
            <a:ext cx="6400800" cy="360045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lIns="96645" tIns="96645" rIns="96645" bIns="9664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7200" marR="0" lvl="1" indent="0" algn="l" rtl="0">
              <a:spcBef>
                <a:spcPts val="0"/>
              </a:spcBef>
              <a:defRPr/>
            </a:lvl2pPr>
            <a:lvl3pPr marL="914400" marR="0" lvl="2" indent="0" algn="l" rtl="0">
              <a:spcBef>
                <a:spcPts val="0"/>
              </a:spcBef>
              <a:defRPr/>
            </a:lvl3pPr>
            <a:lvl4pPr marL="1371600" marR="0" lvl="3" indent="0" algn="l" rtl="0">
              <a:spcBef>
                <a:spcPts val="0"/>
              </a:spcBef>
              <a:defRPr/>
            </a:lvl4pPr>
            <a:lvl5pPr marL="1828800" marR="0" lvl="4" indent="0" algn="l" rtl="0">
              <a:spcBef>
                <a:spcPts val="0"/>
              </a:spcBef>
              <a:defRPr/>
            </a:lvl5pPr>
            <a:lvl6pPr marL="2286000" marR="0" lvl="5" indent="0" algn="l" rtl="0">
              <a:spcBef>
                <a:spcPts val="0"/>
              </a:spcBef>
              <a:defRPr/>
            </a:lvl6pPr>
            <a:lvl7pPr marL="2743200" marR="0" lvl="6" indent="0" algn="l" rtl="0">
              <a:spcBef>
                <a:spcPts val="0"/>
              </a:spcBef>
              <a:defRPr/>
            </a:lvl7pPr>
            <a:lvl8pPr marL="3200400" marR="0" lvl="7" indent="0" algn="l" rtl="0">
              <a:spcBef>
                <a:spcPts val="0"/>
              </a:spcBef>
              <a:defRPr/>
            </a:lvl8pPr>
            <a:lvl9pPr marL="3657600" marR="0" lvl="8" indent="0" algn="l" rtl="0">
              <a:spcBef>
                <a:spcPts val="0"/>
              </a:spcBef>
              <a:defRPr/>
            </a:lvl9pPr>
          </a:lstStyle>
          <a:p>
            <a:pPr lvl="0"/>
            <a:endParaRPr noProof="0" dirty="0"/>
          </a:p>
        </p:txBody>
      </p:sp>
      <p:sp>
        <p:nvSpPr>
          <p:cNvPr id="30726" name="Shape 7"/>
          <p:cNvSpPr txBox="1">
            <a:spLocks noGrp="1"/>
          </p:cNvSpPr>
          <p:nvPr>
            <p:ph type="ftr" idx="11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45" tIns="96645" rIns="96645" bIns="96645" numCol="1" anchor="b" anchorCtr="0" compatLnSpc="1">
            <a:prstTxWarp prst="textNoShape">
              <a:avLst/>
            </a:prstTxWarp>
          </a:bodyPr>
          <a:lstStyle>
            <a:lvl1pPr eaLnBrk="1" hangingPunct="1">
              <a:defRPr b="0" i="0">
                <a:latin typeface="Ubuntu Regular" charset="0"/>
                <a:ea typeface="Ubuntu Regular" charset="0"/>
                <a:cs typeface="Ubuntu Regular" charset="0"/>
              </a:defRPr>
            </a:lvl1pPr>
          </a:lstStyle>
          <a:p>
            <a:endParaRPr lang="en-US" altLang="en-US" dirty="0"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5" tIns="96645" rIns="96645" bIns="96645" numCol="1" anchor="b" anchorCtr="0" compatLnSpc="1">
            <a:prstTxWarp prst="textNoShape">
              <a:avLst/>
            </a:prstTxWarp>
            <a:noAutofit/>
          </a:bodyPr>
          <a:lstStyle>
            <a:lvl1pPr algn="r" eaLnBrk="1" hangingPunct="1">
              <a:defRPr/>
            </a:lvl1pPr>
            <a:lvl2pPr lvl="1" eaLnBrk="1" hangingPunct="1">
              <a:defRPr/>
            </a:lvl2pPr>
            <a:lvl3pPr lvl="2" eaLnBrk="1" hangingPunct="1">
              <a:defRPr/>
            </a:lvl3pPr>
            <a:lvl4pPr lvl="3" eaLnBrk="1" hangingPunct="1">
              <a:defRPr/>
            </a:lvl4pPr>
            <a:lvl5pPr lvl="4" eaLnBrk="1" hangingPunct="1">
              <a:defRPr/>
            </a:lvl5pPr>
          </a:lstStyle>
          <a:p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  <a:p>
            <a:pPr lvl="1"/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  <a:p>
            <a:pPr lvl="2"/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  <a:p>
            <a:pPr lvl="3"/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  <a:p>
            <a:pPr lvl="4"/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  <a:p>
            <a:pPr lvl="4"/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  <a:p>
            <a:pPr lvl="4"/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  <a:p>
            <a:pPr lvl="4"/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  <a:p>
            <a:pPr lvl="4"/>
            <a:endParaRPr lang="en-US" altLang="en-US" dirty="0">
              <a:latin typeface="Ubuntu Regular" charset="0"/>
              <a:ea typeface="Ubuntu Regular" charset="0"/>
              <a:cs typeface="Ubuntu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462538"/>
      </p:ext>
    </p:extLst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Ubuntu Regular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er Slide RED">
    <p:bg>
      <p:bgPr>
        <a:solidFill>
          <a:schemeClr val="bg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>
              <a:defRPr b="0" i="0">
                <a:latin typeface="Sky Text" charset="0"/>
                <a:ea typeface="Sky Text" charset="0"/>
                <a:cs typeface="Sky Text" charset="0"/>
              </a:defRPr>
            </a:lvl1pPr>
          </a:lstStyle>
          <a:p>
            <a:r>
              <a:rPr lang="en-US" dirty="0"/>
              <a:t>Insert Glass panel image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211011" y="4697503"/>
            <a:ext cx="5764212" cy="278648"/>
          </a:xfrm>
        </p:spPr>
        <p:txBody>
          <a:bodyPr anchor="t" anchorCtr="0"/>
          <a:lstStyle>
            <a:lvl1pPr algn="l">
              <a:defRPr sz="1000" b="0" i="0">
                <a:solidFill>
                  <a:srgbClr val="000000"/>
                </a:solidFill>
                <a:latin typeface="Sky Text" charset="0"/>
                <a:ea typeface="Sky Text" charset="0"/>
                <a:cs typeface="Sky Text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Shape 15"/>
          <p:cNvSpPr txBox="1">
            <a:spLocks noGrp="1"/>
          </p:cNvSpPr>
          <p:nvPr>
            <p:ph type="ctrTitle"/>
          </p:nvPr>
        </p:nvSpPr>
        <p:spPr>
          <a:xfrm>
            <a:off x="210424" y="4303717"/>
            <a:ext cx="5764799" cy="672434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marR="0" lvl="0" indent="0" algn="l" rtl="0"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  <a:defRPr sz="2000" b="0" i="0">
                <a:solidFill>
                  <a:srgbClr val="000000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281E06AF-AE56-4BF2-93E3-E52BA8F5F270}"/>
              </a:ext>
            </a:extLst>
          </p:cNvPr>
          <p:cNvSpPr/>
          <p:nvPr userDrawn="1"/>
        </p:nvSpPr>
        <p:spPr>
          <a:xfrm>
            <a:off x="0" y="0"/>
            <a:ext cx="9144000" cy="410966"/>
          </a:xfrm>
          <a:custGeom>
            <a:avLst/>
            <a:gdLst/>
            <a:ahLst/>
            <a:cxnLst/>
            <a:rect l="l" t="t" r="r" b="b"/>
            <a:pathLst>
              <a:path w="20104100" h="800100">
                <a:moveTo>
                  <a:pt x="20104099" y="0"/>
                </a:moveTo>
                <a:lnTo>
                  <a:pt x="0" y="0"/>
                </a:lnTo>
                <a:lnTo>
                  <a:pt x="0" y="799912"/>
                </a:lnTo>
                <a:lnTo>
                  <a:pt x="20104099" y="799912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2A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8">
            <a:extLst>
              <a:ext uri="{FF2B5EF4-FFF2-40B4-BE49-F238E27FC236}">
                <a16:creationId xmlns:a16="http://schemas.microsoft.com/office/drawing/2014/main" id="{EAA40378-A286-4DA8-BA7D-D6262238BFF5}"/>
              </a:ext>
            </a:extLst>
          </p:cNvPr>
          <p:cNvGrpSpPr/>
          <p:nvPr userDrawn="1"/>
        </p:nvGrpSpPr>
        <p:grpSpPr>
          <a:xfrm>
            <a:off x="7374265" y="99736"/>
            <a:ext cx="1685925" cy="200660"/>
            <a:chOff x="17915695" y="303316"/>
            <a:chExt cx="1685925" cy="200660"/>
          </a:xfrm>
        </p:grpSpPr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8BFCE3F7-9D1B-48EF-A04F-458033A3E52C}"/>
                </a:ext>
              </a:extLst>
            </p:cNvPr>
            <p:cNvSpPr/>
            <p:nvPr/>
          </p:nvSpPr>
          <p:spPr>
            <a:xfrm>
              <a:off x="17915687" y="303332"/>
              <a:ext cx="805815" cy="200660"/>
            </a:xfrm>
            <a:custGeom>
              <a:avLst/>
              <a:gdLst/>
              <a:ahLst/>
              <a:cxnLst/>
              <a:rect l="l" t="t" r="r" b="b"/>
              <a:pathLst>
                <a:path w="805815" h="200659">
                  <a:moveTo>
                    <a:pt x="193268" y="0"/>
                  </a:moveTo>
                  <a:lnTo>
                    <a:pt x="0" y="0"/>
                  </a:lnTo>
                  <a:lnTo>
                    <a:pt x="0" y="58420"/>
                  </a:lnTo>
                  <a:lnTo>
                    <a:pt x="57365" y="58420"/>
                  </a:lnTo>
                  <a:lnTo>
                    <a:pt x="57365" y="200660"/>
                  </a:lnTo>
                  <a:lnTo>
                    <a:pt x="137160" y="200660"/>
                  </a:lnTo>
                  <a:lnTo>
                    <a:pt x="137160" y="58420"/>
                  </a:lnTo>
                  <a:lnTo>
                    <a:pt x="193268" y="58420"/>
                  </a:lnTo>
                  <a:lnTo>
                    <a:pt x="193268" y="0"/>
                  </a:lnTo>
                  <a:close/>
                </a:path>
                <a:path w="805815" h="200659">
                  <a:moveTo>
                    <a:pt x="411492" y="200444"/>
                  </a:moveTo>
                  <a:lnTo>
                    <a:pt x="334810" y="0"/>
                  </a:lnTo>
                  <a:lnTo>
                    <a:pt x="250634" y="0"/>
                  </a:lnTo>
                  <a:lnTo>
                    <a:pt x="175818" y="200444"/>
                  </a:lnTo>
                  <a:lnTo>
                    <a:pt x="250634" y="200444"/>
                  </a:lnTo>
                  <a:lnTo>
                    <a:pt x="292100" y="81051"/>
                  </a:lnTo>
                  <a:lnTo>
                    <a:pt x="334810" y="200444"/>
                  </a:lnTo>
                  <a:lnTo>
                    <a:pt x="411492" y="200444"/>
                  </a:lnTo>
                  <a:close/>
                </a:path>
                <a:path w="805815" h="200659">
                  <a:moveTo>
                    <a:pt x="588238" y="0"/>
                  </a:moveTo>
                  <a:lnTo>
                    <a:pt x="394970" y="0"/>
                  </a:lnTo>
                  <a:lnTo>
                    <a:pt x="394970" y="58420"/>
                  </a:lnTo>
                  <a:lnTo>
                    <a:pt x="452018" y="58420"/>
                  </a:lnTo>
                  <a:lnTo>
                    <a:pt x="452018" y="200660"/>
                  </a:lnTo>
                  <a:lnTo>
                    <a:pt x="532130" y="200660"/>
                  </a:lnTo>
                  <a:lnTo>
                    <a:pt x="532130" y="58420"/>
                  </a:lnTo>
                  <a:lnTo>
                    <a:pt x="588238" y="58420"/>
                  </a:lnTo>
                  <a:lnTo>
                    <a:pt x="588238" y="0"/>
                  </a:lnTo>
                  <a:close/>
                </a:path>
                <a:path w="805815" h="200659">
                  <a:moveTo>
                    <a:pt x="805535" y="200444"/>
                  </a:moveTo>
                  <a:lnTo>
                    <a:pt x="728522" y="0"/>
                  </a:lnTo>
                  <a:lnTo>
                    <a:pt x="644359" y="0"/>
                  </a:lnTo>
                  <a:lnTo>
                    <a:pt x="569544" y="200444"/>
                  </a:lnTo>
                  <a:lnTo>
                    <a:pt x="644359" y="200444"/>
                  </a:lnTo>
                  <a:lnTo>
                    <a:pt x="686130" y="81051"/>
                  </a:lnTo>
                  <a:lnTo>
                    <a:pt x="728522" y="200444"/>
                  </a:lnTo>
                  <a:lnTo>
                    <a:pt x="805535" y="2004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0">
              <a:extLst>
                <a:ext uri="{FF2B5EF4-FFF2-40B4-BE49-F238E27FC236}">
                  <a16:creationId xmlns:a16="http://schemas.microsoft.com/office/drawing/2014/main" id="{B3DFCC75-F6EA-4CF7-B1D3-553733944C83}"/>
                </a:ext>
              </a:extLst>
            </p:cNvPr>
            <p:cNvSpPr/>
            <p:nvPr/>
          </p:nvSpPr>
          <p:spPr>
            <a:xfrm>
              <a:off x="19002833" y="303332"/>
              <a:ext cx="147320" cy="200660"/>
            </a:xfrm>
            <a:custGeom>
              <a:avLst/>
              <a:gdLst/>
              <a:ahLst/>
              <a:cxnLst/>
              <a:rect l="l" t="t" r="r" b="b"/>
              <a:pathLst>
                <a:path w="147319" h="200659">
                  <a:moveTo>
                    <a:pt x="147281" y="142240"/>
                  </a:moveTo>
                  <a:lnTo>
                    <a:pt x="70675" y="142240"/>
                  </a:lnTo>
                  <a:lnTo>
                    <a:pt x="70675" y="0"/>
                  </a:lnTo>
                  <a:lnTo>
                    <a:pt x="0" y="0"/>
                  </a:lnTo>
                  <a:lnTo>
                    <a:pt x="0" y="142240"/>
                  </a:lnTo>
                  <a:lnTo>
                    <a:pt x="0" y="200660"/>
                  </a:lnTo>
                  <a:lnTo>
                    <a:pt x="147281" y="200660"/>
                  </a:lnTo>
                  <a:lnTo>
                    <a:pt x="147281" y="142240"/>
                  </a:lnTo>
                  <a:close/>
                </a:path>
              </a:pathLst>
            </a:custGeom>
            <a:solidFill>
              <a:srgbClr val="ED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11">
              <a:extLst>
                <a:ext uri="{FF2B5EF4-FFF2-40B4-BE49-F238E27FC236}">
                  <a16:creationId xmlns:a16="http://schemas.microsoft.com/office/drawing/2014/main" id="{69D20C9B-F842-4138-8C82-DB2A230DDCAD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98201" y="303316"/>
              <a:ext cx="180088" cy="200454"/>
            </a:xfrm>
            <a:prstGeom prst="rect">
              <a:avLst/>
            </a:prstGeom>
          </p:spPr>
        </p:pic>
        <p:pic>
          <p:nvPicPr>
            <p:cNvPr id="23" name="object 12">
              <a:extLst>
                <a:ext uri="{FF2B5EF4-FFF2-40B4-BE49-F238E27FC236}">
                  <a16:creationId xmlns:a16="http://schemas.microsoft.com/office/drawing/2014/main" id="{15F2DE41-8238-49E4-95A3-D7563830D5BA}"/>
                </a:ext>
              </a:extLst>
            </p:cNvPr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171547" y="303321"/>
              <a:ext cx="429949" cy="2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9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er Slide RED">
    <p:bg>
      <p:bgPr>
        <a:solidFill>
          <a:schemeClr val="bg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6046" y="2934446"/>
            <a:ext cx="5764212" cy="522526"/>
          </a:xfrm>
        </p:spPr>
        <p:txBody>
          <a:bodyPr anchor="t" anchorCtr="0"/>
          <a:lstStyle>
            <a:lvl1pPr algn="ctr">
              <a:defRPr sz="1500" b="0" i="0">
                <a:solidFill>
                  <a:srgbClr val="000000"/>
                </a:solidFill>
                <a:latin typeface="Sky Text" charset="0"/>
                <a:ea typeface="Sky Text" charset="0"/>
                <a:cs typeface="Sky Text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Shape 15"/>
          <p:cNvSpPr txBox="1">
            <a:spLocks noGrp="1"/>
          </p:cNvSpPr>
          <p:nvPr>
            <p:ph type="ctrTitle"/>
          </p:nvPr>
        </p:nvSpPr>
        <p:spPr>
          <a:xfrm>
            <a:off x="1725459" y="2262012"/>
            <a:ext cx="5764799" cy="67243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marR="0" lvl="0" indent="0" algn="ctr" rtl="0"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  <a:defRPr sz="4000" b="0" i="0">
                <a:solidFill>
                  <a:srgbClr val="000000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6F238-F316-485F-87A0-3E20E6ADA1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0297" y="4253949"/>
            <a:ext cx="2400829" cy="35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4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Slide RED">
    <p:bg>
      <p:bgPr>
        <a:gradFill>
          <a:gsLst>
            <a:gs pos="70000">
              <a:srgbClr val="A72879"/>
            </a:gs>
            <a:gs pos="26000">
              <a:srgbClr val="E3000F"/>
            </a:gs>
            <a:gs pos="0">
              <a:srgbClr val="F08300"/>
            </a:gs>
            <a:gs pos="100000">
              <a:srgbClr val="064497"/>
            </a:gs>
          </a:gsLst>
          <a:lin ang="0" scaled="0"/>
        </a:gra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6046" y="3072286"/>
            <a:ext cx="5764212" cy="953614"/>
          </a:xfrm>
        </p:spPr>
        <p:txBody>
          <a:bodyPr anchor="t" anchorCtr="0"/>
          <a:lstStyle>
            <a:lvl1pPr algn="ctr">
              <a:defRPr sz="2000" b="0" i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</a:defRPr>
            </a:lvl1pPr>
          </a:lstStyle>
          <a:p>
            <a:pPr lvl="0"/>
            <a:r>
              <a:rPr lang="en-US" dirty="0"/>
              <a:t>Click to add sub-title</a:t>
            </a:r>
          </a:p>
        </p:txBody>
      </p:sp>
      <p:sp>
        <p:nvSpPr>
          <p:cNvPr id="13" name="Shape 15"/>
          <p:cNvSpPr txBox="1">
            <a:spLocks noGrp="1"/>
          </p:cNvSpPr>
          <p:nvPr>
            <p:ph type="ctrTitle"/>
          </p:nvPr>
        </p:nvSpPr>
        <p:spPr>
          <a:xfrm>
            <a:off x="1725459" y="2053286"/>
            <a:ext cx="5764799" cy="1019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marR="0" lvl="0" indent="0" algn="ctr" rtl="0"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  <a:defRPr sz="4000" b="0" i="0">
                <a:solidFill>
                  <a:srgbClr val="FFFFFF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1409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er Slide RED">
    <p:bg>
      <p:bgPr>
        <a:gradFill>
          <a:gsLst>
            <a:gs pos="3000">
              <a:schemeClr val="tx2"/>
            </a:gs>
            <a:gs pos="100000">
              <a:srgbClr val="FFDC00"/>
            </a:gs>
          </a:gsLst>
          <a:lin ang="18000000" scaled="0"/>
        </a:gra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6046" y="3072286"/>
            <a:ext cx="5764212" cy="953614"/>
          </a:xfrm>
        </p:spPr>
        <p:txBody>
          <a:bodyPr anchor="t" anchorCtr="0"/>
          <a:lstStyle>
            <a:lvl1pPr algn="ctr">
              <a:defRPr sz="2000" b="0" i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</a:defRPr>
            </a:lvl1pPr>
          </a:lstStyle>
          <a:p>
            <a:pPr lvl="0"/>
            <a:r>
              <a:rPr lang="en-US" dirty="0"/>
              <a:t>Click to add sub-title</a:t>
            </a:r>
          </a:p>
        </p:txBody>
      </p:sp>
      <p:sp>
        <p:nvSpPr>
          <p:cNvPr id="13" name="Shape 15"/>
          <p:cNvSpPr txBox="1">
            <a:spLocks noGrp="1"/>
          </p:cNvSpPr>
          <p:nvPr>
            <p:ph type="ctrTitle"/>
          </p:nvPr>
        </p:nvSpPr>
        <p:spPr>
          <a:xfrm>
            <a:off x="1725459" y="2053286"/>
            <a:ext cx="5764799" cy="1019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marR="0" lvl="0" indent="0" algn="ctr" rtl="0"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  <a:defRPr sz="4000" b="0" i="0">
                <a:solidFill>
                  <a:srgbClr val="FFFFFF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638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er Slide RED">
    <p:bg>
      <p:bgPr>
        <a:gradFill>
          <a:gsLst>
            <a:gs pos="3000">
              <a:schemeClr val="accent4"/>
            </a:gs>
            <a:gs pos="100000">
              <a:schemeClr val="accent3"/>
            </a:gs>
          </a:gsLst>
          <a:lin ang="18000000" scaled="0"/>
        </a:gra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6046" y="3072286"/>
            <a:ext cx="5764212" cy="953614"/>
          </a:xfrm>
        </p:spPr>
        <p:txBody>
          <a:bodyPr anchor="t" anchorCtr="0"/>
          <a:lstStyle>
            <a:lvl1pPr algn="ctr">
              <a:defRPr sz="2000" b="0" i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</a:defRPr>
            </a:lvl1pPr>
          </a:lstStyle>
          <a:p>
            <a:pPr lvl="0"/>
            <a:r>
              <a:rPr lang="en-US" dirty="0"/>
              <a:t>Click to add sub-title</a:t>
            </a:r>
          </a:p>
        </p:txBody>
      </p:sp>
      <p:sp>
        <p:nvSpPr>
          <p:cNvPr id="13" name="Shape 15"/>
          <p:cNvSpPr txBox="1">
            <a:spLocks noGrp="1"/>
          </p:cNvSpPr>
          <p:nvPr>
            <p:ph type="ctrTitle"/>
          </p:nvPr>
        </p:nvSpPr>
        <p:spPr>
          <a:xfrm>
            <a:off x="1725459" y="2053286"/>
            <a:ext cx="5764799" cy="1019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marR="0" lvl="0" indent="0" algn="ctr" rtl="0"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  <a:defRPr sz="4000" b="0" i="0">
                <a:solidFill>
                  <a:srgbClr val="FFFFFF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1825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eader Slide RED">
    <p:bg>
      <p:bgPr>
        <a:gradFill>
          <a:gsLst>
            <a:gs pos="3000">
              <a:schemeClr val="accent6"/>
            </a:gs>
            <a:gs pos="100000">
              <a:srgbClr val="00A3DA"/>
            </a:gs>
          </a:gsLst>
          <a:lin ang="18000000" scaled="0"/>
        </a:gra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6046" y="3072286"/>
            <a:ext cx="5764212" cy="953614"/>
          </a:xfrm>
        </p:spPr>
        <p:txBody>
          <a:bodyPr anchor="t" anchorCtr="0"/>
          <a:lstStyle>
            <a:lvl1pPr algn="ctr">
              <a:defRPr sz="2000" b="0" i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</a:defRPr>
            </a:lvl1pPr>
          </a:lstStyle>
          <a:p>
            <a:pPr lvl="0"/>
            <a:r>
              <a:rPr lang="en-US" dirty="0"/>
              <a:t>Click to add sub-title</a:t>
            </a:r>
          </a:p>
        </p:txBody>
      </p:sp>
      <p:sp>
        <p:nvSpPr>
          <p:cNvPr id="13" name="Shape 15"/>
          <p:cNvSpPr txBox="1">
            <a:spLocks noGrp="1"/>
          </p:cNvSpPr>
          <p:nvPr>
            <p:ph type="ctrTitle"/>
          </p:nvPr>
        </p:nvSpPr>
        <p:spPr>
          <a:xfrm>
            <a:off x="1725459" y="2053286"/>
            <a:ext cx="5764799" cy="1019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marR="0" lvl="0" indent="0" algn="ctr" rtl="0"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  <a:defRPr sz="4000" b="0" i="0">
                <a:solidFill>
                  <a:srgbClr val="FFFFFF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935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Slide RED">
    <p:bg>
      <p:bgPr>
        <a:solidFill>
          <a:schemeClr val="bg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6046" y="3072286"/>
            <a:ext cx="5764212" cy="953614"/>
          </a:xfrm>
        </p:spPr>
        <p:txBody>
          <a:bodyPr anchor="t" anchorCtr="0"/>
          <a:lstStyle>
            <a:lvl1pPr algn="ctr">
              <a:defRPr sz="2000" b="0" i="0">
                <a:solidFill>
                  <a:srgbClr val="000000"/>
                </a:solidFill>
                <a:latin typeface="Sky Text" charset="0"/>
                <a:ea typeface="Sky Text" charset="0"/>
                <a:cs typeface="Sky Text" charset="0"/>
              </a:defRPr>
            </a:lvl1pPr>
          </a:lstStyle>
          <a:p>
            <a:pPr lvl="0"/>
            <a:r>
              <a:rPr lang="en-US" dirty="0"/>
              <a:t>Click to add sub-title</a:t>
            </a:r>
          </a:p>
        </p:txBody>
      </p:sp>
      <p:sp>
        <p:nvSpPr>
          <p:cNvPr id="13" name="Shape 15"/>
          <p:cNvSpPr txBox="1">
            <a:spLocks noGrp="1"/>
          </p:cNvSpPr>
          <p:nvPr>
            <p:ph type="ctrTitle"/>
          </p:nvPr>
        </p:nvSpPr>
        <p:spPr>
          <a:xfrm>
            <a:off x="1725459" y="2053286"/>
            <a:ext cx="5764799" cy="1019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marR="0" lvl="0" indent="0" algn="ctr" rtl="0"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  <a:defRPr sz="40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2123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eader Slide RED">
    <p:bg>
      <p:bgPr>
        <a:solidFill>
          <a:schemeClr val="bg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5"/>
          <p:cNvSpPr txBox="1">
            <a:spLocks noGrp="1"/>
          </p:cNvSpPr>
          <p:nvPr>
            <p:ph type="ctrTitle" hasCustomPrompt="1"/>
          </p:nvPr>
        </p:nvSpPr>
        <p:spPr>
          <a:xfrm>
            <a:off x="1725459" y="2053286"/>
            <a:ext cx="5764799" cy="1019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marR="0" lvl="0" indent="0" algn="ctr" rtl="0"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  <a:defRPr sz="40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r>
              <a:rPr lang="en-GB" dirty="0"/>
              <a:t>Click to add text</a:t>
            </a:r>
            <a:endParaRPr dirty="0"/>
          </a:p>
        </p:txBody>
      </p:sp>
      <p:sp>
        <p:nvSpPr>
          <p:cNvPr id="6" name="Shape 45"/>
          <p:cNvSpPr txBox="1">
            <a:spLocks noGrp="1"/>
          </p:cNvSpPr>
          <p:nvPr>
            <p:ph type="sldNum" idx="10"/>
          </p:nvPr>
        </p:nvSpPr>
        <p:spPr>
          <a:xfrm>
            <a:off x="284162" y="4767263"/>
            <a:ext cx="2133600" cy="274637"/>
          </a:xfrm>
        </p:spPr>
        <p:txBody>
          <a:bodyPr/>
          <a:lstStyle>
            <a:lvl1pPr algn="l">
              <a:defRPr sz="1000" smtClean="0">
                <a:solidFill>
                  <a:schemeClr val="tx1"/>
                </a:solidFill>
                <a:latin typeface="+mn-lt"/>
              </a:defRPr>
            </a:lvl1pPr>
            <a:lvl2pPr lvl="1">
              <a:defRPr smtClean="0"/>
            </a:lvl2pPr>
            <a:lvl3pPr lvl="2">
              <a:defRPr smtClean="0"/>
            </a:lvl3pPr>
            <a:lvl4pPr lvl="3">
              <a:defRPr smtClean="0"/>
            </a:lvl4pPr>
            <a:lvl5pPr lvl="4">
              <a:defRPr smtClean="0"/>
            </a:lvl5pPr>
          </a:lstStyle>
          <a:p>
            <a:pPr>
              <a:defRPr/>
            </a:pPr>
            <a:fld id="{D3876D21-DC87-3F42-9AF0-FE122F18496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19428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, Sub Header, List WHITE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48"/>
          <p:cNvSpPr txBox="1">
            <a:spLocks noGrp="1"/>
          </p:cNvSpPr>
          <p:nvPr>
            <p:ph type="sldNum" idx="10"/>
          </p:nvPr>
        </p:nvSpPr>
        <p:spPr>
          <a:xfrm>
            <a:off x="284162" y="4767263"/>
            <a:ext cx="2133600" cy="274637"/>
          </a:xfrm>
        </p:spPr>
        <p:txBody>
          <a:bodyPr/>
          <a:lstStyle>
            <a:lvl1pPr algn="l">
              <a:defRPr sz="1000" b="0" i="0" smtClean="0">
                <a:solidFill>
                  <a:schemeClr val="tx1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lvl="1">
              <a:defRPr smtClean="0"/>
            </a:lvl2pPr>
            <a:lvl3pPr lvl="2">
              <a:defRPr smtClean="0"/>
            </a:lvl3pPr>
            <a:lvl4pPr lvl="3">
              <a:defRPr smtClean="0"/>
            </a:lvl4pPr>
            <a:lvl5pPr lvl="4">
              <a:defRPr smtClean="0"/>
            </a:lvl5pPr>
          </a:lstStyle>
          <a:p>
            <a:pPr>
              <a:defRPr/>
            </a:pPr>
            <a:fld id="{D3876D21-DC87-3F42-9AF0-FE122F18496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Shape 129"/>
          <p:cNvSpPr txBox="1">
            <a:spLocks noGrp="1"/>
          </p:cNvSpPr>
          <p:nvPr>
            <p:ph type="body" idx="3"/>
          </p:nvPr>
        </p:nvSpPr>
        <p:spPr>
          <a:xfrm>
            <a:off x="284163" y="1281600"/>
            <a:ext cx="8492284" cy="1927200"/>
          </a:xfrm>
          <a:prstGeom prst="rect">
            <a:avLst/>
          </a:prstGeom>
          <a:noFill/>
          <a:ln>
            <a:noFill/>
          </a:ln>
        </p:spPr>
        <p:txBody>
          <a:bodyPr lIns="0"/>
          <a:lstStyle>
            <a:lvl1pPr marL="342900" lvl="0" indent="-241300" algn="l" rtl="0"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+mj-lt"/>
              <a:buAutoNum type="arabicParenR"/>
              <a:defRPr sz="1200" b="0" i="0">
                <a:solidFill>
                  <a:schemeClr val="bg1">
                    <a:lumMod val="50000"/>
                  </a:schemeClr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marL="742950" lvl="1" indent="-196850" algn="l" rtl="0">
              <a:lnSpc>
                <a:spcPct val="142857"/>
              </a:lnSpc>
              <a:spcBef>
                <a:spcPts val="600"/>
              </a:spcBef>
              <a:buSzPct val="100000"/>
              <a:buChar char="–"/>
              <a:defRPr sz="1200">
                <a:solidFill>
                  <a:srgbClr val="31323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143000" lvl="2" indent="-152400" algn="l" rtl="0">
              <a:lnSpc>
                <a:spcPct val="166666"/>
              </a:lnSpc>
              <a:spcBef>
                <a:spcPts val="600"/>
              </a:spcBef>
              <a:buSzPct val="100000"/>
              <a:buChar char="•"/>
              <a:defRPr sz="1200">
                <a:solidFill>
                  <a:srgbClr val="31323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600200" lvl="3" indent="-158750" algn="l" rtl="0">
              <a:lnSpc>
                <a:spcPct val="181818"/>
              </a:lnSpc>
              <a:spcBef>
                <a:spcPts val="600"/>
              </a:spcBef>
              <a:buSzPct val="100000"/>
              <a:buChar char="–"/>
              <a:defRPr sz="1200">
                <a:solidFill>
                  <a:srgbClr val="31323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057400" lvl="4" indent="-158750" algn="l" rtl="0">
              <a:lnSpc>
                <a:spcPct val="181818"/>
              </a:lnSpc>
              <a:spcBef>
                <a:spcPts val="600"/>
              </a:spcBef>
              <a:buSzPct val="100000"/>
              <a:buChar char="»"/>
              <a:defRPr sz="1200">
                <a:solidFill>
                  <a:srgbClr val="31323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514600" lvl="5" indent="-101600" algn="l" rtl="0">
              <a:spcBef>
                <a:spcPts val="400"/>
              </a:spcBef>
              <a:buClr>
                <a:srgbClr val="313231"/>
              </a:buClr>
              <a:buSzPct val="100000"/>
              <a:buFont typeface="Tahoma"/>
              <a:buChar char="•"/>
              <a:defRPr sz="1200">
                <a:solidFill>
                  <a:srgbClr val="31323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lvl="6" indent="-101600" algn="l" rtl="0">
              <a:spcBef>
                <a:spcPts val="400"/>
              </a:spcBef>
              <a:buClr>
                <a:srgbClr val="313231"/>
              </a:buClr>
              <a:buSzPct val="100000"/>
              <a:buFont typeface="Tahoma"/>
              <a:buChar char="•"/>
              <a:defRPr sz="1200">
                <a:solidFill>
                  <a:srgbClr val="31323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lvl="7" indent="-101600" algn="l" rtl="0">
              <a:spcBef>
                <a:spcPts val="400"/>
              </a:spcBef>
              <a:buClr>
                <a:srgbClr val="313231"/>
              </a:buClr>
              <a:buSzPct val="100000"/>
              <a:buFont typeface="Tahoma"/>
              <a:buChar char="•"/>
              <a:defRPr sz="1200">
                <a:solidFill>
                  <a:srgbClr val="31323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lvl="8" indent="-101600" algn="l" rtl="0">
              <a:spcBef>
                <a:spcPts val="400"/>
              </a:spcBef>
              <a:buClr>
                <a:srgbClr val="313231"/>
              </a:buClr>
              <a:buSzPct val="100000"/>
              <a:buFont typeface="Tahoma"/>
              <a:buChar char="•"/>
              <a:defRPr sz="1200">
                <a:solidFill>
                  <a:srgbClr val="31323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sp>
        <p:nvSpPr>
          <p:cNvPr id="9" name="Shape 36"/>
          <p:cNvSpPr txBox="1">
            <a:spLocks noGrp="1"/>
          </p:cNvSpPr>
          <p:nvPr>
            <p:ph type="title"/>
          </p:nvPr>
        </p:nvSpPr>
        <p:spPr>
          <a:xfrm>
            <a:off x="284162" y="104868"/>
            <a:ext cx="8421599" cy="857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 rtl="0">
              <a:spcBef>
                <a:spcPts val="0"/>
              </a:spcBef>
              <a:buClr>
                <a:srgbClr val="CE0B10"/>
              </a:buClr>
              <a:buSzPct val="100000"/>
              <a:buFont typeface="Tahoma"/>
              <a:buNone/>
              <a:defRPr sz="34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1" name="Shape 61"/>
          <p:cNvSpPr txBox="1">
            <a:spLocks noGrp="1"/>
          </p:cNvSpPr>
          <p:nvPr>
            <p:ph type="body" idx="2"/>
          </p:nvPr>
        </p:nvSpPr>
        <p:spPr>
          <a:xfrm>
            <a:off x="284400" y="878400"/>
            <a:ext cx="6676500" cy="51929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rtl="0">
              <a:lnSpc>
                <a:spcPct val="125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400" b="0" i="0">
                <a:solidFill>
                  <a:schemeClr val="tx1">
                    <a:lumMod val="50000"/>
                  </a:schemeClr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marL="457200" lvl="1" indent="0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914400" lvl="2" indent="0" rtl="0">
              <a:lnSpc>
                <a:spcPct val="114285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371600" lvl="3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1828800" lvl="4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pic>
        <p:nvPicPr>
          <p:cNvPr id="10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99782" y="4575919"/>
            <a:ext cx="1477518" cy="41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9165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Header Subheader and Body Copy Whi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284162" y="104400"/>
            <a:ext cx="8421599" cy="857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rtl="0">
              <a:spcBef>
                <a:spcPts val="0"/>
              </a:spcBef>
              <a:buClr>
                <a:srgbClr val="CE0B10"/>
              </a:buClr>
              <a:buSzPct val="100000"/>
              <a:buFont typeface="Tahoma"/>
              <a:defRPr sz="34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8" name="Shape 74"/>
          <p:cNvSpPr txBox="1">
            <a:spLocks noGrp="1"/>
          </p:cNvSpPr>
          <p:nvPr>
            <p:ph type="sldNum" idx="10"/>
          </p:nvPr>
        </p:nvSpPr>
        <p:spPr>
          <a:xfrm>
            <a:off x="284162" y="4767263"/>
            <a:ext cx="2133600" cy="274637"/>
          </a:xfrm>
        </p:spPr>
        <p:txBody>
          <a:bodyPr/>
          <a:lstStyle>
            <a:lvl1pPr algn="l">
              <a:defRPr sz="1000" b="0" i="0" smtClean="0">
                <a:solidFill>
                  <a:schemeClr val="tx1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lvl="1">
              <a:defRPr smtClean="0"/>
            </a:lvl2pPr>
            <a:lvl3pPr lvl="2">
              <a:defRPr smtClean="0"/>
            </a:lvl3pPr>
            <a:lvl4pPr lvl="3">
              <a:defRPr smtClean="0"/>
            </a:lvl4pPr>
            <a:lvl5pPr lvl="4">
              <a:defRPr smtClean="0"/>
            </a:lvl5pPr>
          </a:lstStyle>
          <a:p>
            <a:pPr>
              <a:defRPr/>
            </a:pPr>
            <a:fld id="{D3876D21-DC87-3F42-9AF0-FE122F18496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9" name="Shape 70"/>
          <p:cNvSpPr txBox="1">
            <a:spLocks noGrp="1"/>
          </p:cNvSpPr>
          <p:nvPr>
            <p:ph type="body" idx="3"/>
          </p:nvPr>
        </p:nvSpPr>
        <p:spPr>
          <a:xfrm>
            <a:off x="4516326" y="1288563"/>
            <a:ext cx="4180231" cy="239759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rtl="0">
              <a:lnSpc>
                <a:spcPct val="125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200" b="0" i="0">
                <a:solidFill>
                  <a:schemeClr val="bg1">
                    <a:lumMod val="50000"/>
                  </a:schemeClr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marL="457200" lvl="1" indent="0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914400" lvl="2" indent="0" rtl="0">
              <a:lnSpc>
                <a:spcPct val="114285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371600" lvl="3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1828800" lvl="4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sp>
        <p:nvSpPr>
          <p:cNvPr id="11" name="Shape 70"/>
          <p:cNvSpPr txBox="1">
            <a:spLocks noGrp="1"/>
          </p:cNvSpPr>
          <p:nvPr>
            <p:ph type="body" idx="11"/>
          </p:nvPr>
        </p:nvSpPr>
        <p:spPr>
          <a:xfrm>
            <a:off x="284400" y="1288730"/>
            <a:ext cx="4180231" cy="239759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rtl="0">
              <a:lnSpc>
                <a:spcPct val="125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200" b="0" i="0">
                <a:solidFill>
                  <a:schemeClr val="bg1">
                    <a:lumMod val="50000"/>
                  </a:schemeClr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marL="457200" lvl="1" indent="0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914400" lvl="2" indent="0" rtl="0">
              <a:lnSpc>
                <a:spcPct val="114285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371600" lvl="3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1828800" lvl="4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sp>
        <p:nvSpPr>
          <p:cNvPr id="12" name="Shape 71"/>
          <p:cNvSpPr txBox="1">
            <a:spLocks noGrp="1"/>
          </p:cNvSpPr>
          <p:nvPr>
            <p:ph type="body" idx="12"/>
          </p:nvPr>
        </p:nvSpPr>
        <p:spPr>
          <a:xfrm>
            <a:off x="284162" y="880891"/>
            <a:ext cx="4180231" cy="51929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rtl="0">
              <a:lnSpc>
                <a:spcPct val="125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400" b="0" i="0">
                <a:solidFill>
                  <a:schemeClr val="tx1">
                    <a:lumMod val="50000"/>
                  </a:schemeClr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marL="457200" lvl="1" indent="0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914400" lvl="2" indent="0" rtl="0">
              <a:lnSpc>
                <a:spcPct val="114285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371600" lvl="3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1828800" lvl="4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pic>
        <p:nvPicPr>
          <p:cNvPr id="13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99782" y="4575919"/>
            <a:ext cx="1477518" cy="41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284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Page Imag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/>
          </p:cNvSpPr>
          <p:nvPr>
            <p:ph type="pic" idx="2"/>
          </p:nvPr>
        </p:nvSpPr>
        <p:spPr>
          <a:xfrm>
            <a:off x="0" y="1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chemeClr val="tx1"/>
              </a:buClr>
              <a:defRPr b="0" i="0">
                <a:solidFill>
                  <a:schemeClr val="tx1"/>
                </a:solidFill>
                <a:latin typeface="Sky Text" charset="0"/>
                <a:ea typeface="Sky Text" charset="0"/>
                <a:cs typeface="Sky Text" charset="0"/>
              </a:defRPr>
            </a:lvl1pPr>
          </a:lstStyle>
          <a:p>
            <a:pPr lvl="0"/>
            <a:endParaRPr lang="en-US" noProof="0" dirty="0"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22143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, Body Copy Plus Imag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body" idx="1"/>
          </p:nvPr>
        </p:nvSpPr>
        <p:spPr>
          <a:xfrm>
            <a:off x="284162" y="1281600"/>
            <a:ext cx="4447499" cy="240719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rtl="0">
              <a:spcBef>
                <a:spcPts val="0"/>
              </a:spcBef>
              <a:buSzPct val="100000"/>
              <a:defRPr sz="1200" b="0" i="0">
                <a:solidFill>
                  <a:schemeClr val="tx1">
                    <a:lumMod val="50000"/>
                  </a:schemeClr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lvl="1" rtl="0">
              <a:spcBef>
                <a:spcPts val="0"/>
              </a:spcBef>
              <a:buSzPct val="100000"/>
              <a:defRPr sz="1200">
                <a:latin typeface="Tahoma"/>
                <a:ea typeface="Tahoma"/>
                <a:cs typeface="Tahoma"/>
                <a:sym typeface="Tahoma"/>
              </a:defRPr>
            </a:lvl2pPr>
            <a:lvl3pPr lvl="2" rtl="0">
              <a:spcBef>
                <a:spcPts val="0"/>
              </a:spcBef>
              <a:buSzPct val="100000"/>
              <a:defRPr sz="1200">
                <a:latin typeface="Tahoma"/>
                <a:ea typeface="Tahoma"/>
                <a:cs typeface="Tahoma"/>
                <a:sym typeface="Tahoma"/>
              </a:defRPr>
            </a:lvl3pPr>
            <a:lvl4pPr lvl="3" rtl="0">
              <a:spcBef>
                <a:spcPts val="0"/>
              </a:spcBef>
              <a:buSzPct val="100000"/>
              <a:defRPr sz="1200">
                <a:latin typeface="Tahoma"/>
                <a:ea typeface="Tahoma"/>
                <a:cs typeface="Tahoma"/>
                <a:sym typeface="Tahoma"/>
              </a:defRPr>
            </a:lvl4pPr>
            <a:lvl5pPr lvl="4" rtl="0">
              <a:spcBef>
                <a:spcPts val="0"/>
              </a:spcBef>
              <a:buSzPct val="100000"/>
              <a:defRPr sz="1200">
                <a:latin typeface="Tahoma"/>
                <a:ea typeface="Tahoma"/>
                <a:cs typeface="Tahoma"/>
                <a:sym typeface="Tahoma"/>
              </a:defRPr>
            </a:lvl5pPr>
            <a:lvl6pPr lvl="5" rtl="0">
              <a:spcBef>
                <a:spcPts val="0"/>
              </a:spcBef>
              <a:buSzPct val="100000"/>
              <a:buFont typeface="Tahoma"/>
              <a:defRPr sz="1200">
                <a:latin typeface="Tahoma"/>
                <a:ea typeface="Tahoma"/>
                <a:cs typeface="Tahoma"/>
                <a:sym typeface="Tahoma"/>
              </a:defRPr>
            </a:lvl6pPr>
            <a:lvl7pPr lvl="6" rtl="0">
              <a:spcBef>
                <a:spcPts val="0"/>
              </a:spcBef>
              <a:buSzPct val="100000"/>
              <a:buFont typeface="Tahoma"/>
              <a:defRPr sz="1200">
                <a:latin typeface="Tahoma"/>
                <a:ea typeface="Tahoma"/>
                <a:cs typeface="Tahoma"/>
                <a:sym typeface="Tahoma"/>
              </a:defRPr>
            </a:lvl7pPr>
            <a:lvl8pPr lvl="7" rtl="0">
              <a:spcBef>
                <a:spcPts val="0"/>
              </a:spcBef>
              <a:buSzPct val="100000"/>
              <a:buFont typeface="Tahoma"/>
              <a:defRPr sz="1200">
                <a:latin typeface="Tahoma"/>
                <a:ea typeface="Tahoma"/>
                <a:cs typeface="Tahoma"/>
                <a:sym typeface="Tahoma"/>
              </a:defRPr>
            </a:lvl8pPr>
            <a:lvl9pPr lvl="8" rtl="0">
              <a:spcBef>
                <a:spcPts val="0"/>
              </a:spcBef>
              <a:buSzPct val="100000"/>
              <a:buFont typeface="Tahoma"/>
              <a:defRPr sz="1200"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sp>
        <p:nvSpPr>
          <p:cNvPr id="6" name="Shape 111"/>
          <p:cNvSpPr txBox="1">
            <a:spLocks noGrp="1"/>
          </p:cNvSpPr>
          <p:nvPr>
            <p:ph type="sldNum" idx="10"/>
          </p:nvPr>
        </p:nvSpPr>
        <p:spPr>
          <a:xfrm>
            <a:off x="284162" y="4767263"/>
            <a:ext cx="2133600" cy="274637"/>
          </a:xfrm>
        </p:spPr>
        <p:txBody>
          <a:bodyPr/>
          <a:lstStyle>
            <a:lvl1pPr algn="l">
              <a:defRPr sz="1000" b="0" i="0" smtClean="0">
                <a:solidFill>
                  <a:schemeClr val="tx1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lvl="1">
              <a:defRPr smtClean="0"/>
            </a:lvl2pPr>
            <a:lvl3pPr lvl="2">
              <a:defRPr smtClean="0"/>
            </a:lvl3pPr>
            <a:lvl4pPr lvl="3">
              <a:defRPr smtClean="0"/>
            </a:lvl4pPr>
            <a:lvl5pPr lvl="4">
              <a:defRPr smtClean="0"/>
            </a:lvl5pPr>
          </a:lstStyle>
          <a:p>
            <a:pPr>
              <a:defRPr/>
            </a:pPr>
            <a:fld id="{D3876D21-DC87-3F42-9AF0-FE122F18496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Shape 128"/>
          <p:cNvSpPr>
            <a:spLocks noGrp="1"/>
          </p:cNvSpPr>
          <p:nvPr>
            <p:ph type="pic" idx="2"/>
          </p:nvPr>
        </p:nvSpPr>
        <p:spPr>
          <a:xfrm>
            <a:off x="5114176" y="206188"/>
            <a:ext cx="3823449" cy="43388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Sky Text" charset="0"/>
                <a:ea typeface="Sky Text" charset="0"/>
                <a:cs typeface="Sky Text" charset="0"/>
              </a:defRPr>
            </a:lvl1pPr>
          </a:lstStyle>
          <a:p>
            <a:pPr lvl="0"/>
            <a:endParaRPr lang="en-US" noProof="0" dirty="0">
              <a:sym typeface="Tahoma"/>
            </a:endParaRPr>
          </a:p>
        </p:txBody>
      </p:sp>
      <p:sp>
        <p:nvSpPr>
          <p:cNvPr id="8" name="Shape 102"/>
          <p:cNvSpPr txBox="1">
            <a:spLocks noGrp="1"/>
          </p:cNvSpPr>
          <p:nvPr>
            <p:ph type="title"/>
          </p:nvPr>
        </p:nvSpPr>
        <p:spPr>
          <a:xfrm>
            <a:off x="284162" y="104400"/>
            <a:ext cx="4447499" cy="857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rtl="0">
              <a:spcBef>
                <a:spcPts val="0"/>
              </a:spcBef>
              <a:buClr>
                <a:srgbClr val="CE0B10"/>
              </a:buClr>
              <a:buSzPct val="100000"/>
              <a:buFont typeface="Tahoma"/>
              <a:defRPr sz="34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lvl="1" rtl="0">
              <a:spcBef>
                <a:spcPts val="0"/>
              </a:spcBef>
              <a:buClr>
                <a:srgbClr val="313231"/>
              </a:buClr>
              <a:defRPr>
                <a:solidFill>
                  <a:srgbClr val="313231"/>
                </a:solidFill>
              </a:defRPr>
            </a:lvl2pPr>
            <a:lvl3pPr lvl="2" rtl="0">
              <a:spcBef>
                <a:spcPts val="0"/>
              </a:spcBef>
              <a:buClr>
                <a:srgbClr val="313231"/>
              </a:buClr>
              <a:defRPr>
                <a:solidFill>
                  <a:srgbClr val="313231"/>
                </a:solidFill>
              </a:defRPr>
            </a:lvl3pPr>
            <a:lvl4pPr lvl="3" rtl="0">
              <a:spcBef>
                <a:spcPts val="0"/>
              </a:spcBef>
              <a:buClr>
                <a:srgbClr val="313231"/>
              </a:buClr>
              <a:defRPr>
                <a:solidFill>
                  <a:srgbClr val="313231"/>
                </a:solidFill>
              </a:defRPr>
            </a:lvl4pPr>
            <a:lvl5pPr lvl="4" rtl="0">
              <a:spcBef>
                <a:spcPts val="0"/>
              </a:spcBef>
              <a:buClr>
                <a:srgbClr val="313231"/>
              </a:buClr>
              <a:defRPr>
                <a:solidFill>
                  <a:srgbClr val="313231"/>
                </a:solidFill>
              </a:defRPr>
            </a:lvl5pPr>
            <a:lvl6pPr lvl="5" rtl="0">
              <a:spcBef>
                <a:spcPts val="0"/>
              </a:spcBef>
              <a:buClr>
                <a:srgbClr val="313231"/>
              </a:buClr>
              <a:defRPr>
                <a:solidFill>
                  <a:srgbClr val="313231"/>
                </a:solidFill>
              </a:defRPr>
            </a:lvl6pPr>
            <a:lvl7pPr lvl="6" rtl="0">
              <a:spcBef>
                <a:spcPts val="0"/>
              </a:spcBef>
              <a:buClr>
                <a:srgbClr val="313231"/>
              </a:buClr>
              <a:defRPr>
                <a:solidFill>
                  <a:srgbClr val="313231"/>
                </a:solidFill>
              </a:defRPr>
            </a:lvl7pPr>
            <a:lvl8pPr lvl="7" rtl="0">
              <a:spcBef>
                <a:spcPts val="0"/>
              </a:spcBef>
              <a:buClr>
                <a:srgbClr val="313231"/>
              </a:buClr>
              <a:defRPr>
                <a:solidFill>
                  <a:srgbClr val="313231"/>
                </a:solidFill>
              </a:defRPr>
            </a:lvl8pPr>
            <a:lvl9pPr lvl="8" rtl="0">
              <a:spcBef>
                <a:spcPts val="0"/>
              </a:spcBef>
              <a:buClr>
                <a:srgbClr val="313231"/>
              </a:buClr>
              <a:defRPr>
                <a:solidFill>
                  <a:srgbClr val="313231"/>
                </a:solidFill>
              </a:defRPr>
            </a:lvl9pPr>
          </a:lstStyle>
          <a:p>
            <a:endParaRPr dirty="0"/>
          </a:p>
        </p:txBody>
      </p:sp>
      <p:pic>
        <p:nvPicPr>
          <p:cNvPr id="10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99782" y="4575919"/>
            <a:ext cx="1477518" cy="41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181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, Sub-header &amp; body copy WHITE">
    <p:bg>
      <p:bgPr>
        <a:gradFill>
          <a:gsLst>
            <a:gs pos="3000">
              <a:schemeClr val="accent6"/>
            </a:gs>
            <a:gs pos="100000">
              <a:srgbClr val="00A3DA"/>
            </a:gs>
          </a:gsLst>
          <a:lin ang="18000000" scaled="0"/>
        </a:gra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284162" y="104868"/>
            <a:ext cx="8421599" cy="857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 rtl="0">
              <a:spcBef>
                <a:spcPts val="0"/>
              </a:spcBef>
              <a:buClr>
                <a:srgbClr val="CE0B10"/>
              </a:buClr>
              <a:buSzPct val="100000"/>
              <a:buFont typeface="Tahoma"/>
              <a:buNone/>
              <a:defRPr sz="3400" b="0" i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61"/>
          <p:cNvSpPr txBox="1">
            <a:spLocks noGrp="1"/>
          </p:cNvSpPr>
          <p:nvPr>
            <p:ph type="body" idx="2"/>
          </p:nvPr>
        </p:nvSpPr>
        <p:spPr>
          <a:xfrm>
            <a:off x="284400" y="878400"/>
            <a:ext cx="6676500" cy="51929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rtl="0">
              <a:lnSpc>
                <a:spcPct val="125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400" b="0" i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marL="457200" lvl="1" indent="0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914400" lvl="2" indent="0" rtl="0">
              <a:lnSpc>
                <a:spcPct val="114285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371600" lvl="3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1828800" lvl="4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pic>
        <p:nvPicPr>
          <p:cNvPr id="18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99782" y="4590527"/>
            <a:ext cx="1477518" cy="3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Shape 45"/>
          <p:cNvSpPr txBox="1">
            <a:spLocks noGrp="1"/>
          </p:cNvSpPr>
          <p:nvPr>
            <p:ph type="sldNum" idx="10"/>
          </p:nvPr>
        </p:nvSpPr>
        <p:spPr>
          <a:xfrm>
            <a:off x="284162" y="4767263"/>
            <a:ext cx="2133600" cy="274637"/>
          </a:xfrm>
        </p:spPr>
        <p:txBody>
          <a:bodyPr/>
          <a:lstStyle>
            <a:lvl1pPr algn="l">
              <a:defRPr sz="1000" b="0" i="0" smtClean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lvl="1">
              <a:defRPr smtClean="0"/>
            </a:lvl2pPr>
            <a:lvl3pPr lvl="2">
              <a:defRPr smtClean="0"/>
            </a:lvl3pPr>
            <a:lvl4pPr lvl="3">
              <a:defRPr smtClean="0"/>
            </a:lvl4pPr>
            <a:lvl5pPr lvl="4">
              <a:defRPr smtClean="0"/>
            </a:lvl5pPr>
          </a:lstStyle>
          <a:p>
            <a:pPr>
              <a:defRPr/>
            </a:pPr>
            <a:fld id="{D3876D21-DC87-3F42-9AF0-FE122F18496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3875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Header Slide RED">
    <p:bg>
      <p:bgPr>
        <a:gradFill>
          <a:gsLst>
            <a:gs pos="3000">
              <a:schemeClr val="accent4"/>
            </a:gs>
            <a:gs pos="100000">
              <a:schemeClr val="accent3"/>
            </a:gs>
          </a:gsLst>
          <a:lin ang="18000000" scaled="0"/>
        </a:gra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6"/>
          <p:cNvSpPr txBox="1">
            <a:spLocks noGrp="1"/>
          </p:cNvSpPr>
          <p:nvPr>
            <p:ph type="title"/>
          </p:nvPr>
        </p:nvSpPr>
        <p:spPr>
          <a:xfrm>
            <a:off x="284162" y="104868"/>
            <a:ext cx="8421599" cy="857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 rtl="0">
              <a:spcBef>
                <a:spcPts val="0"/>
              </a:spcBef>
              <a:buClr>
                <a:srgbClr val="CE0B10"/>
              </a:buClr>
              <a:buSzPct val="100000"/>
              <a:buFont typeface="Tahoma"/>
              <a:buNone/>
              <a:defRPr sz="3400" b="0" i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5" name="Shape 61"/>
          <p:cNvSpPr txBox="1">
            <a:spLocks noGrp="1"/>
          </p:cNvSpPr>
          <p:nvPr>
            <p:ph type="body" idx="2"/>
          </p:nvPr>
        </p:nvSpPr>
        <p:spPr>
          <a:xfrm>
            <a:off x="284400" y="878400"/>
            <a:ext cx="6676500" cy="51929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rtl="0">
              <a:lnSpc>
                <a:spcPct val="125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400" b="0" i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marL="457200" lvl="1" indent="0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914400" lvl="2" indent="0" rtl="0">
              <a:lnSpc>
                <a:spcPct val="114285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371600" lvl="3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1828800" lvl="4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pic>
        <p:nvPicPr>
          <p:cNvPr id="6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99782" y="4590527"/>
            <a:ext cx="1477518" cy="3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hape 45"/>
          <p:cNvSpPr txBox="1">
            <a:spLocks noGrp="1"/>
          </p:cNvSpPr>
          <p:nvPr>
            <p:ph type="sldNum" idx="10"/>
          </p:nvPr>
        </p:nvSpPr>
        <p:spPr>
          <a:xfrm>
            <a:off x="284162" y="4767263"/>
            <a:ext cx="2133600" cy="274637"/>
          </a:xfrm>
        </p:spPr>
        <p:txBody>
          <a:bodyPr/>
          <a:lstStyle>
            <a:lvl1pPr algn="l">
              <a:defRPr sz="1000" b="0" i="0" smtClean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lvl="1">
              <a:defRPr smtClean="0"/>
            </a:lvl2pPr>
            <a:lvl3pPr lvl="2">
              <a:defRPr smtClean="0"/>
            </a:lvl3pPr>
            <a:lvl4pPr lvl="3">
              <a:defRPr smtClean="0"/>
            </a:lvl4pPr>
            <a:lvl5pPr lvl="4">
              <a:defRPr smtClean="0"/>
            </a:lvl5pPr>
          </a:lstStyle>
          <a:p>
            <a:pPr>
              <a:defRPr/>
            </a:pPr>
            <a:fld id="{D3876D21-DC87-3F42-9AF0-FE122F18496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3341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, Sub-header &amp; body copy WHITE">
    <p:bg>
      <p:bgPr>
        <a:gradFill>
          <a:gsLst>
            <a:gs pos="3000">
              <a:schemeClr val="accent6"/>
            </a:gs>
            <a:gs pos="100000">
              <a:srgbClr val="00A3DA"/>
            </a:gs>
          </a:gsLst>
          <a:lin ang="18000000" scaled="0"/>
        </a:gra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284162" y="104868"/>
            <a:ext cx="8421599" cy="857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 rtl="0">
              <a:spcBef>
                <a:spcPts val="0"/>
              </a:spcBef>
              <a:buClr>
                <a:srgbClr val="CE0B10"/>
              </a:buClr>
              <a:buSzPct val="100000"/>
              <a:buFont typeface="Tahoma"/>
              <a:buNone/>
              <a:defRPr sz="3400" b="0" i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61"/>
          <p:cNvSpPr txBox="1">
            <a:spLocks noGrp="1"/>
          </p:cNvSpPr>
          <p:nvPr>
            <p:ph type="body" idx="2"/>
          </p:nvPr>
        </p:nvSpPr>
        <p:spPr>
          <a:xfrm>
            <a:off x="284400" y="878400"/>
            <a:ext cx="6676500" cy="51929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rtl="0">
              <a:lnSpc>
                <a:spcPct val="125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400" b="0" i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marL="457200" lvl="1" indent="0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914400" lvl="2" indent="0" rtl="0">
              <a:lnSpc>
                <a:spcPct val="114285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371600" lvl="3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1828800" lvl="4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0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pic>
        <p:nvPicPr>
          <p:cNvPr id="18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99782" y="4590527"/>
            <a:ext cx="1477518" cy="3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Shape 45"/>
          <p:cNvSpPr txBox="1">
            <a:spLocks noGrp="1"/>
          </p:cNvSpPr>
          <p:nvPr>
            <p:ph type="sldNum" idx="10"/>
          </p:nvPr>
        </p:nvSpPr>
        <p:spPr>
          <a:xfrm>
            <a:off x="284162" y="4767263"/>
            <a:ext cx="2133600" cy="274637"/>
          </a:xfrm>
        </p:spPr>
        <p:txBody>
          <a:bodyPr/>
          <a:lstStyle>
            <a:lvl1pPr algn="l">
              <a:defRPr sz="1000" b="0" i="0" smtClean="0">
                <a:solidFill>
                  <a:schemeClr val="bg1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lvl="1">
              <a:defRPr smtClean="0"/>
            </a:lvl2pPr>
            <a:lvl3pPr lvl="2">
              <a:defRPr smtClean="0"/>
            </a:lvl3pPr>
            <a:lvl4pPr lvl="3">
              <a:defRPr smtClean="0"/>
            </a:lvl4pPr>
            <a:lvl5pPr lvl="4">
              <a:defRPr smtClean="0"/>
            </a:lvl5pPr>
          </a:lstStyle>
          <a:p>
            <a:pPr>
              <a:defRPr/>
            </a:pPr>
            <a:fld id="{D3876D21-DC87-3F42-9AF0-FE122F18496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82735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grpSp>
        <p:nvGrpSpPr>
          <p:cNvPr id="6" name="object 2">
            <a:extLst>
              <a:ext uri="{FF2B5EF4-FFF2-40B4-BE49-F238E27FC236}">
                <a16:creationId xmlns:a16="http://schemas.microsoft.com/office/drawing/2014/main" id="{965786D7-6DC5-46F6-B767-DFC343082E48}"/>
              </a:ext>
            </a:extLst>
          </p:cNvPr>
          <p:cNvGrpSpPr/>
          <p:nvPr userDrawn="1"/>
        </p:nvGrpSpPr>
        <p:grpSpPr>
          <a:xfrm>
            <a:off x="321" y="0"/>
            <a:ext cx="9143358" cy="363886"/>
            <a:chOff x="0" y="0"/>
            <a:chExt cx="20104100" cy="800100"/>
          </a:xfrm>
        </p:grpSpPr>
        <p:pic>
          <p:nvPicPr>
            <p:cNvPr id="7" name="object 3">
              <a:extLst>
                <a:ext uri="{FF2B5EF4-FFF2-40B4-BE49-F238E27FC236}">
                  <a16:creationId xmlns:a16="http://schemas.microsoft.com/office/drawing/2014/main" id="{A4A023F9-EEA6-4400-9494-93C976CB2CE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10627" y="300734"/>
              <a:ext cx="790870" cy="198423"/>
            </a:xfrm>
            <a:prstGeom prst="rect">
              <a:avLst/>
            </a:prstGeom>
          </p:spPr>
        </p:pic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9CF3B4B5-9FA9-4CEE-8672-BF3010758F5C}"/>
                </a:ext>
              </a:extLst>
            </p:cNvPr>
            <p:cNvSpPr/>
            <p:nvPr/>
          </p:nvSpPr>
          <p:spPr>
            <a:xfrm>
              <a:off x="0" y="0"/>
              <a:ext cx="20104100" cy="800100"/>
            </a:xfrm>
            <a:custGeom>
              <a:avLst/>
              <a:gdLst/>
              <a:ahLst/>
              <a:cxnLst/>
              <a:rect l="l" t="t" r="r" b="b"/>
              <a:pathLst>
                <a:path w="20104100" h="800100">
                  <a:moveTo>
                    <a:pt x="20104099" y="0"/>
                  </a:moveTo>
                  <a:lnTo>
                    <a:pt x="0" y="0"/>
                  </a:lnTo>
                  <a:lnTo>
                    <a:pt x="0" y="799912"/>
                  </a:lnTo>
                  <a:lnTo>
                    <a:pt x="20104099" y="799912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382A7E"/>
            </a:solidFill>
          </p:spPr>
          <p:txBody>
            <a:bodyPr wrap="square" lIns="0" tIns="0" rIns="0" bIns="0" rtlCol="0"/>
            <a:lstStyle/>
            <a:p>
              <a:endParaRPr sz="637"/>
            </a:p>
          </p:txBody>
        </p:sp>
      </p:grpSp>
      <p:grpSp>
        <p:nvGrpSpPr>
          <p:cNvPr id="9" name="object 6">
            <a:extLst>
              <a:ext uri="{FF2B5EF4-FFF2-40B4-BE49-F238E27FC236}">
                <a16:creationId xmlns:a16="http://schemas.microsoft.com/office/drawing/2014/main" id="{F1BF844C-A891-4505-B4D7-0DB81B6E5328}"/>
              </a:ext>
            </a:extLst>
          </p:cNvPr>
          <p:cNvGrpSpPr/>
          <p:nvPr userDrawn="1"/>
        </p:nvGrpSpPr>
        <p:grpSpPr>
          <a:xfrm>
            <a:off x="7374388" y="77288"/>
            <a:ext cx="1685925" cy="200660"/>
            <a:chOff x="17915695" y="303316"/>
            <a:chExt cx="1685925" cy="200660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228B83C7-A644-462C-A94A-E7D72B86DEC2}"/>
                </a:ext>
              </a:extLst>
            </p:cNvPr>
            <p:cNvSpPr/>
            <p:nvPr/>
          </p:nvSpPr>
          <p:spPr>
            <a:xfrm>
              <a:off x="17915687" y="303332"/>
              <a:ext cx="805815" cy="200660"/>
            </a:xfrm>
            <a:custGeom>
              <a:avLst/>
              <a:gdLst/>
              <a:ahLst/>
              <a:cxnLst/>
              <a:rect l="l" t="t" r="r" b="b"/>
              <a:pathLst>
                <a:path w="805815" h="200659">
                  <a:moveTo>
                    <a:pt x="193268" y="0"/>
                  </a:moveTo>
                  <a:lnTo>
                    <a:pt x="0" y="0"/>
                  </a:lnTo>
                  <a:lnTo>
                    <a:pt x="0" y="58420"/>
                  </a:lnTo>
                  <a:lnTo>
                    <a:pt x="57365" y="58420"/>
                  </a:lnTo>
                  <a:lnTo>
                    <a:pt x="57365" y="200660"/>
                  </a:lnTo>
                  <a:lnTo>
                    <a:pt x="137160" y="200660"/>
                  </a:lnTo>
                  <a:lnTo>
                    <a:pt x="137160" y="58420"/>
                  </a:lnTo>
                  <a:lnTo>
                    <a:pt x="193268" y="58420"/>
                  </a:lnTo>
                  <a:lnTo>
                    <a:pt x="193268" y="0"/>
                  </a:lnTo>
                  <a:close/>
                </a:path>
                <a:path w="805815" h="200659">
                  <a:moveTo>
                    <a:pt x="411492" y="200444"/>
                  </a:moveTo>
                  <a:lnTo>
                    <a:pt x="334810" y="0"/>
                  </a:lnTo>
                  <a:lnTo>
                    <a:pt x="250634" y="0"/>
                  </a:lnTo>
                  <a:lnTo>
                    <a:pt x="175818" y="200444"/>
                  </a:lnTo>
                  <a:lnTo>
                    <a:pt x="250634" y="200444"/>
                  </a:lnTo>
                  <a:lnTo>
                    <a:pt x="292100" y="81051"/>
                  </a:lnTo>
                  <a:lnTo>
                    <a:pt x="334810" y="200444"/>
                  </a:lnTo>
                  <a:lnTo>
                    <a:pt x="411492" y="200444"/>
                  </a:lnTo>
                  <a:close/>
                </a:path>
                <a:path w="805815" h="200659">
                  <a:moveTo>
                    <a:pt x="588238" y="0"/>
                  </a:moveTo>
                  <a:lnTo>
                    <a:pt x="394970" y="0"/>
                  </a:lnTo>
                  <a:lnTo>
                    <a:pt x="394970" y="58420"/>
                  </a:lnTo>
                  <a:lnTo>
                    <a:pt x="452018" y="58420"/>
                  </a:lnTo>
                  <a:lnTo>
                    <a:pt x="452018" y="200660"/>
                  </a:lnTo>
                  <a:lnTo>
                    <a:pt x="532130" y="200660"/>
                  </a:lnTo>
                  <a:lnTo>
                    <a:pt x="532130" y="58420"/>
                  </a:lnTo>
                  <a:lnTo>
                    <a:pt x="588238" y="58420"/>
                  </a:lnTo>
                  <a:lnTo>
                    <a:pt x="588238" y="0"/>
                  </a:lnTo>
                  <a:close/>
                </a:path>
                <a:path w="805815" h="200659">
                  <a:moveTo>
                    <a:pt x="805535" y="200444"/>
                  </a:moveTo>
                  <a:lnTo>
                    <a:pt x="728522" y="0"/>
                  </a:lnTo>
                  <a:lnTo>
                    <a:pt x="644359" y="0"/>
                  </a:lnTo>
                  <a:lnTo>
                    <a:pt x="569544" y="200444"/>
                  </a:lnTo>
                  <a:lnTo>
                    <a:pt x="644359" y="200444"/>
                  </a:lnTo>
                  <a:lnTo>
                    <a:pt x="686130" y="81051"/>
                  </a:lnTo>
                  <a:lnTo>
                    <a:pt x="728522" y="200444"/>
                  </a:lnTo>
                  <a:lnTo>
                    <a:pt x="805535" y="2004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E76A753F-6633-4EF1-BC1C-F533AE74F605}"/>
                </a:ext>
              </a:extLst>
            </p:cNvPr>
            <p:cNvSpPr/>
            <p:nvPr/>
          </p:nvSpPr>
          <p:spPr>
            <a:xfrm>
              <a:off x="19002833" y="303332"/>
              <a:ext cx="147320" cy="200660"/>
            </a:xfrm>
            <a:custGeom>
              <a:avLst/>
              <a:gdLst/>
              <a:ahLst/>
              <a:cxnLst/>
              <a:rect l="l" t="t" r="r" b="b"/>
              <a:pathLst>
                <a:path w="147319" h="200659">
                  <a:moveTo>
                    <a:pt x="147281" y="142240"/>
                  </a:moveTo>
                  <a:lnTo>
                    <a:pt x="70675" y="142240"/>
                  </a:lnTo>
                  <a:lnTo>
                    <a:pt x="70675" y="0"/>
                  </a:lnTo>
                  <a:lnTo>
                    <a:pt x="0" y="0"/>
                  </a:lnTo>
                  <a:lnTo>
                    <a:pt x="0" y="142240"/>
                  </a:lnTo>
                  <a:lnTo>
                    <a:pt x="0" y="200660"/>
                  </a:lnTo>
                  <a:lnTo>
                    <a:pt x="147281" y="200660"/>
                  </a:lnTo>
                  <a:lnTo>
                    <a:pt x="147281" y="142240"/>
                  </a:lnTo>
                  <a:close/>
                </a:path>
              </a:pathLst>
            </a:custGeom>
            <a:solidFill>
              <a:srgbClr val="ED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7F254D75-1087-44ED-93A3-20D7E2409BCB}"/>
                </a:ext>
              </a:extLst>
            </p:cNvPr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98201" y="303316"/>
              <a:ext cx="180088" cy="200454"/>
            </a:xfrm>
            <a:prstGeom prst="rect">
              <a:avLst/>
            </a:prstGeom>
          </p:spPr>
        </p:pic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EB53F046-B116-4070-95F8-AA03315BC28B}"/>
                </a:ext>
              </a:extLst>
            </p:cNvPr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171547" y="303321"/>
              <a:ext cx="429949" cy="2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154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10"/>
          <p:cNvSpPr txBox="1">
            <a:spLocks noGrp="1"/>
          </p:cNvSpPr>
          <p:nvPr>
            <p:ph type="body" idx="1"/>
          </p:nvPr>
        </p:nvSpPr>
        <p:spPr bwMode="auto">
          <a:xfrm>
            <a:off x="358775" y="1200150"/>
            <a:ext cx="8737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dirty="0">
              <a:sym typeface="Arial" charset="0"/>
            </a:endParaRPr>
          </a:p>
        </p:txBody>
      </p:sp>
      <p:sp>
        <p:nvSpPr>
          <p:cNvPr id="11" name="Shape 11"/>
          <p:cNvSpPr txBox="1">
            <a:spLocks noGrp="1"/>
          </p:cNvSpPr>
          <p:nvPr>
            <p:ph type="sldNum" idx="12"/>
          </p:nvPr>
        </p:nvSpPr>
        <p:spPr>
          <a:xfrm>
            <a:off x="358775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  <a:noAutofit/>
          </a:bodyPr>
          <a:lstStyle>
            <a:lvl1pPr algn="l" eaLnBrk="1" hangingPunct="1">
              <a:defRPr sz="1000" b="0" i="0" smtClean="0">
                <a:solidFill>
                  <a:schemeClr val="tx1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lvl="1" eaLnBrk="1" hangingPunct="1">
              <a:defRPr smtClean="0">
                <a:latin typeface="Ubuntu" charset="0"/>
                <a:ea typeface="Ubuntu" charset="0"/>
                <a:cs typeface="Ubuntu" charset="0"/>
              </a:defRPr>
            </a:lvl2pPr>
            <a:lvl3pPr lvl="2" eaLnBrk="1" hangingPunct="1">
              <a:defRPr smtClean="0">
                <a:latin typeface="Ubuntu" charset="0"/>
                <a:ea typeface="Ubuntu" charset="0"/>
                <a:cs typeface="Ubuntu" charset="0"/>
              </a:defRPr>
            </a:lvl3pPr>
            <a:lvl4pPr lvl="3" eaLnBrk="1" hangingPunct="1">
              <a:defRPr smtClean="0">
                <a:latin typeface="Ubuntu" charset="0"/>
                <a:ea typeface="Ubuntu" charset="0"/>
                <a:cs typeface="Ubuntu" charset="0"/>
              </a:defRPr>
            </a:lvl4pPr>
            <a:lvl5pPr lvl="4" eaLnBrk="1" hangingPunct="1">
              <a:defRPr smtClean="0">
                <a:latin typeface="Ubuntu" charset="0"/>
                <a:ea typeface="Ubuntu" charset="0"/>
                <a:cs typeface="Ubuntu" charset="0"/>
              </a:defRPr>
            </a:lvl5pPr>
          </a:lstStyle>
          <a:p>
            <a:pPr>
              <a:defRPr/>
            </a:pPr>
            <a:fld id="{D3876D21-DC87-3F42-9AF0-FE122F18496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Shape 12"/>
          <p:cNvSpPr txBox="1">
            <a:spLocks noGrp="1"/>
          </p:cNvSpPr>
          <p:nvPr>
            <p:ph type="title"/>
          </p:nvPr>
        </p:nvSpPr>
        <p:spPr bwMode="auto">
          <a:xfrm>
            <a:off x="358775" y="104400"/>
            <a:ext cx="8421687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dirty="0">
              <a:sym typeface="Arial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89" r:id="rId1"/>
    <p:sldLayoutId id="2147483788" r:id="rId2"/>
    <p:sldLayoutId id="2147483761" r:id="rId3"/>
    <p:sldLayoutId id="2147483790" r:id="rId4"/>
    <p:sldLayoutId id="2147483791" r:id="rId5"/>
    <p:sldLayoutId id="2147483792" r:id="rId6"/>
    <p:sldLayoutId id="2147483787" r:id="rId7"/>
    <p:sldLayoutId id="2147483796" r:id="rId8"/>
    <p:sldLayoutId id="2147483785" r:id="rId9"/>
    <p:sldLayoutId id="2147483773" r:id="rId10"/>
    <p:sldLayoutId id="2147483777" r:id="rId11"/>
    <p:sldLayoutId id="2147483778" r:id="rId12"/>
    <p:sldLayoutId id="2147483793" r:id="rId13"/>
    <p:sldLayoutId id="2147483795" r:id="rId14"/>
    <p:sldLayoutId id="2147483794" r:id="rId15"/>
    <p:sldLayoutId id="214748379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3600" b="0" i="0">
          <a:gradFill>
            <a:gsLst>
              <a:gs pos="70000">
                <a:srgbClr val="A72879"/>
              </a:gs>
              <a:gs pos="26000">
                <a:srgbClr val="E3000F"/>
              </a:gs>
              <a:gs pos="0">
                <a:srgbClr val="F08300"/>
              </a:gs>
              <a:gs pos="100000">
                <a:srgbClr val="064497"/>
              </a:gs>
            </a:gsLst>
            <a:lin ang="0" scaled="0"/>
          </a:gradFill>
          <a:latin typeface="Sky Text" charset="0"/>
          <a:ea typeface="Sky Text" charset="0"/>
          <a:cs typeface="Sky Text" charset="0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000">
          <a:solidFill>
            <a:schemeClr val="bg2"/>
          </a:solidFill>
          <a:latin typeface="Ubuntu" charset="0"/>
          <a:ea typeface="Ubuntu" charset="0"/>
          <a:cs typeface="Ubuntu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000">
          <a:solidFill>
            <a:schemeClr val="bg2"/>
          </a:solidFill>
          <a:latin typeface="Ubuntu" charset="0"/>
          <a:ea typeface="Ubuntu" charset="0"/>
          <a:cs typeface="Ubuntu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000">
          <a:solidFill>
            <a:schemeClr val="bg2"/>
          </a:solidFill>
          <a:latin typeface="Ubuntu" charset="0"/>
          <a:ea typeface="Ubuntu" charset="0"/>
          <a:cs typeface="Ubuntu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000">
          <a:solidFill>
            <a:schemeClr val="bg2"/>
          </a:solidFill>
          <a:latin typeface="Ubuntu" charset="0"/>
          <a:ea typeface="Ubuntu" charset="0"/>
          <a:cs typeface="Ubuntu" charset="0"/>
          <a:sym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000">
          <a:solidFill>
            <a:schemeClr val="bg2"/>
          </a:solidFill>
          <a:latin typeface="Ubuntu" charset="0"/>
          <a:ea typeface="Ubuntu" charset="0"/>
          <a:cs typeface="Ubuntu" charset="0"/>
          <a:sym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000">
          <a:solidFill>
            <a:schemeClr val="bg2"/>
          </a:solidFill>
          <a:latin typeface="Ubuntu" charset="0"/>
          <a:ea typeface="Ubuntu" charset="0"/>
          <a:cs typeface="Ubuntu" charset="0"/>
          <a:sym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000">
          <a:solidFill>
            <a:schemeClr val="bg2"/>
          </a:solidFill>
          <a:latin typeface="Ubuntu" charset="0"/>
          <a:ea typeface="Ubuntu" charset="0"/>
          <a:cs typeface="Ubuntu" charset="0"/>
          <a:sym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000">
          <a:solidFill>
            <a:schemeClr val="bg2"/>
          </a:solidFill>
          <a:latin typeface="Ubuntu" charset="0"/>
          <a:ea typeface="Ubuntu" charset="0"/>
          <a:cs typeface="Ubuntu" charset="0"/>
          <a:sym typeface="Arial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 b="0" i="0">
          <a:solidFill>
            <a:schemeClr val="tx1">
              <a:lumMod val="50000"/>
            </a:schemeClr>
          </a:solidFill>
          <a:latin typeface="Sky Text" charset="0"/>
          <a:ea typeface="Sky Text" charset="0"/>
          <a:cs typeface="Sky Text" charset="0"/>
          <a:sym typeface="Arial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Ubuntu" charset="0"/>
          <a:cs typeface="Ubuntu" charset="0"/>
          <a:sym typeface="Arial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Ubuntu" charset="0"/>
          <a:cs typeface="Ubuntu" charset="0"/>
          <a:sym typeface="Arial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Ubuntu" charset="0"/>
          <a:cs typeface="Ubuntu" charset="0"/>
          <a:sym typeface="Arial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Ubuntu" charset="0"/>
          <a:cs typeface="Ubuntu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1" y="0"/>
            <a:ext cx="9143358" cy="5143211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5A3695"/>
          </a:solidFill>
        </p:spPr>
        <p:txBody>
          <a:bodyPr wrap="square" lIns="0" tIns="0" rIns="0" bIns="0" rtlCol="0"/>
          <a:lstStyle/>
          <a:p>
            <a:endParaRPr sz="637"/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1178426" y="3215473"/>
            <a:ext cx="6752492" cy="1236647"/>
          </a:xfrm>
          <a:prstGeom prst="rect">
            <a:avLst/>
          </a:prstGeom>
        </p:spPr>
        <p:txBody>
          <a:bodyPr vert="horz" wrap="square" lIns="0" tIns="5487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5776" algn="ctr">
              <a:spcBef>
                <a:spcPts val="43"/>
              </a:spcBef>
            </a:pPr>
            <a:r>
              <a:rPr lang="en-US" altLang="en-US" sz="4000" b="1" dirty="0">
                <a:solidFill>
                  <a:schemeClr val="bg1"/>
                </a:solidFill>
                <a:latin typeface="Volte Play" pitchFamily="50" charset="0"/>
                <a:sym typeface="Tahoma" charset="0"/>
              </a:rPr>
              <a:t>Guidelines for Performance Discussion</a:t>
            </a:r>
            <a:endParaRPr lang="en-IN" sz="4000" dirty="0">
              <a:solidFill>
                <a:schemeClr val="bg1"/>
              </a:solidFill>
              <a:latin typeface="Volte Play" pitchFamily="50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6387" y="2096483"/>
            <a:ext cx="3818493" cy="950436"/>
          </a:xfrm>
          <a:custGeom>
            <a:avLst/>
            <a:gdLst/>
            <a:ahLst/>
            <a:cxnLst/>
            <a:rect l="l" t="t" r="r" b="b"/>
            <a:pathLst>
              <a:path w="8395970" h="2089784">
                <a:moveTo>
                  <a:pt x="2014461" y="0"/>
                </a:moveTo>
                <a:lnTo>
                  <a:pt x="0" y="0"/>
                </a:lnTo>
                <a:lnTo>
                  <a:pt x="0" y="604520"/>
                </a:lnTo>
                <a:lnTo>
                  <a:pt x="597839" y="604520"/>
                </a:lnTo>
                <a:lnTo>
                  <a:pt x="597839" y="2089150"/>
                </a:lnTo>
                <a:lnTo>
                  <a:pt x="1429600" y="2089150"/>
                </a:lnTo>
                <a:lnTo>
                  <a:pt x="1429600" y="604520"/>
                </a:lnTo>
                <a:lnTo>
                  <a:pt x="2014461" y="604520"/>
                </a:lnTo>
                <a:lnTo>
                  <a:pt x="2014461" y="0"/>
                </a:lnTo>
                <a:close/>
              </a:path>
              <a:path w="8395970" h="2089784">
                <a:moveTo>
                  <a:pt x="4288917" y="2089238"/>
                </a:moveTo>
                <a:lnTo>
                  <a:pt x="3489629" y="0"/>
                </a:lnTo>
                <a:lnTo>
                  <a:pt x="2612326" y="0"/>
                </a:lnTo>
                <a:lnTo>
                  <a:pt x="1832559" y="2089238"/>
                </a:lnTo>
                <a:lnTo>
                  <a:pt x="2612326" y="2089238"/>
                </a:lnTo>
                <a:lnTo>
                  <a:pt x="3044482" y="844765"/>
                </a:lnTo>
                <a:lnTo>
                  <a:pt x="3489629" y="2089238"/>
                </a:lnTo>
                <a:lnTo>
                  <a:pt x="4288917" y="2089238"/>
                </a:lnTo>
                <a:close/>
              </a:path>
              <a:path w="8395970" h="2089784">
                <a:moveTo>
                  <a:pt x="6131166" y="0"/>
                </a:moveTo>
                <a:lnTo>
                  <a:pt x="4116705" y="0"/>
                </a:lnTo>
                <a:lnTo>
                  <a:pt x="4116705" y="604520"/>
                </a:lnTo>
                <a:lnTo>
                  <a:pt x="4711306" y="604520"/>
                </a:lnTo>
                <a:lnTo>
                  <a:pt x="4711306" y="2089150"/>
                </a:lnTo>
                <a:lnTo>
                  <a:pt x="5546331" y="2089150"/>
                </a:lnTo>
                <a:lnTo>
                  <a:pt x="5546331" y="604520"/>
                </a:lnTo>
                <a:lnTo>
                  <a:pt x="6131166" y="604520"/>
                </a:lnTo>
                <a:lnTo>
                  <a:pt x="6131166" y="0"/>
                </a:lnTo>
                <a:close/>
              </a:path>
              <a:path w="8395970" h="2089784">
                <a:moveTo>
                  <a:pt x="8395906" y="2089238"/>
                </a:moveTo>
                <a:lnTo>
                  <a:pt x="7593355" y="0"/>
                </a:lnTo>
                <a:lnTo>
                  <a:pt x="6716065" y="0"/>
                </a:lnTo>
                <a:lnTo>
                  <a:pt x="5936234" y="2089238"/>
                </a:lnTo>
                <a:lnTo>
                  <a:pt x="6716065" y="2089238"/>
                </a:lnTo>
                <a:lnTo>
                  <a:pt x="7151446" y="844765"/>
                </a:lnTo>
                <a:lnTo>
                  <a:pt x="7593355" y="2089238"/>
                </a:lnTo>
                <a:lnTo>
                  <a:pt x="8395906" y="20892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37"/>
          </a:p>
        </p:txBody>
      </p:sp>
      <p:sp>
        <p:nvSpPr>
          <p:cNvPr id="6" name="object 6"/>
          <p:cNvSpPr/>
          <p:nvPr/>
        </p:nvSpPr>
        <p:spPr>
          <a:xfrm>
            <a:off x="5729804" y="2096483"/>
            <a:ext cx="698315" cy="950147"/>
          </a:xfrm>
          <a:custGeom>
            <a:avLst/>
            <a:gdLst/>
            <a:ahLst/>
            <a:cxnLst/>
            <a:rect l="l" t="t" r="r" b="b"/>
            <a:pathLst>
              <a:path w="1535430" h="2089150">
                <a:moveTo>
                  <a:pt x="1534998" y="1484630"/>
                </a:moveTo>
                <a:lnTo>
                  <a:pt x="736561" y="1484630"/>
                </a:lnTo>
                <a:lnTo>
                  <a:pt x="736561" y="0"/>
                </a:lnTo>
                <a:lnTo>
                  <a:pt x="0" y="0"/>
                </a:lnTo>
                <a:lnTo>
                  <a:pt x="0" y="1484630"/>
                </a:lnTo>
                <a:lnTo>
                  <a:pt x="0" y="2089150"/>
                </a:lnTo>
                <a:lnTo>
                  <a:pt x="1534998" y="2089150"/>
                </a:lnTo>
                <a:lnTo>
                  <a:pt x="1534998" y="1484630"/>
                </a:lnTo>
                <a:close/>
              </a:path>
            </a:pathLst>
          </a:custGeom>
          <a:solidFill>
            <a:srgbClr val="ED0080"/>
          </a:solidFill>
        </p:spPr>
        <p:txBody>
          <a:bodyPr wrap="square" lIns="0" tIns="0" rIns="0" bIns="0" rtlCol="0"/>
          <a:lstStyle/>
          <a:p>
            <a:endParaRPr sz="637"/>
          </a:p>
        </p:txBody>
      </p:sp>
      <p:sp>
        <p:nvSpPr>
          <p:cNvPr id="7" name="object 7"/>
          <p:cNvSpPr/>
          <p:nvPr/>
        </p:nvSpPr>
        <p:spPr>
          <a:xfrm>
            <a:off x="4759722" y="2096474"/>
            <a:ext cx="853977" cy="950436"/>
          </a:xfrm>
          <a:custGeom>
            <a:avLst/>
            <a:gdLst/>
            <a:ahLst/>
            <a:cxnLst/>
            <a:rect l="l" t="t" r="r" b="b"/>
            <a:pathLst>
              <a:path w="1877695" h="2089784">
                <a:moveTo>
                  <a:pt x="1016010" y="0"/>
                </a:moveTo>
                <a:lnTo>
                  <a:pt x="0" y="0"/>
                </a:lnTo>
                <a:lnTo>
                  <a:pt x="0" y="2089213"/>
                </a:lnTo>
                <a:lnTo>
                  <a:pt x="704083" y="2089213"/>
                </a:lnTo>
                <a:lnTo>
                  <a:pt x="704083" y="1601836"/>
                </a:lnTo>
                <a:lnTo>
                  <a:pt x="990001" y="1601836"/>
                </a:lnTo>
                <a:lnTo>
                  <a:pt x="1048757" y="1600632"/>
                </a:lnTo>
                <a:lnTo>
                  <a:pt x="1105461" y="1597061"/>
                </a:lnTo>
                <a:lnTo>
                  <a:pt x="1160115" y="1591180"/>
                </a:lnTo>
                <a:lnTo>
                  <a:pt x="1212725" y="1583046"/>
                </a:lnTo>
                <a:lnTo>
                  <a:pt x="1263295" y="1572717"/>
                </a:lnTo>
                <a:lnTo>
                  <a:pt x="1311829" y="1560252"/>
                </a:lnTo>
                <a:lnTo>
                  <a:pt x="1358331" y="1545707"/>
                </a:lnTo>
                <a:lnTo>
                  <a:pt x="1402806" y="1529140"/>
                </a:lnTo>
                <a:lnTo>
                  <a:pt x="1445258" y="1510610"/>
                </a:lnTo>
                <a:lnTo>
                  <a:pt x="1485692" y="1490173"/>
                </a:lnTo>
                <a:lnTo>
                  <a:pt x="1524111" y="1467888"/>
                </a:lnTo>
                <a:lnTo>
                  <a:pt x="1560520" y="1443813"/>
                </a:lnTo>
                <a:lnTo>
                  <a:pt x="1594923" y="1418005"/>
                </a:lnTo>
                <a:lnTo>
                  <a:pt x="1627325" y="1390521"/>
                </a:lnTo>
                <a:lnTo>
                  <a:pt x="1657729" y="1361420"/>
                </a:lnTo>
                <a:lnTo>
                  <a:pt x="1686141" y="1330759"/>
                </a:lnTo>
                <a:lnTo>
                  <a:pt x="1712564" y="1298597"/>
                </a:lnTo>
                <a:lnTo>
                  <a:pt x="1737003" y="1264990"/>
                </a:lnTo>
                <a:lnTo>
                  <a:pt x="1759462" y="1229996"/>
                </a:lnTo>
                <a:lnTo>
                  <a:pt x="1779946" y="1193674"/>
                </a:lnTo>
                <a:lnTo>
                  <a:pt x="1798458" y="1156081"/>
                </a:lnTo>
                <a:lnTo>
                  <a:pt x="1815004" y="1117274"/>
                </a:lnTo>
                <a:lnTo>
                  <a:pt x="1829587" y="1077312"/>
                </a:lnTo>
                <a:lnTo>
                  <a:pt x="1842128" y="1036523"/>
                </a:lnTo>
                <a:lnTo>
                  <a:pt x="704083" y="1036523"/>
                </a:lnTo>
                <a:lnTo>
                  <a:pt x="704083" y="604379"/>
                </a:lnTo>
                <a:lnTo>
                  <a:pt x="1861491" y="604379"/>
                </a:lnTo>
                <a:lnTo>
                  <a:pt x="1856317" y="578045"/>
                </a:lnTo>
                <a:lnTo>
                  <a:pt x="1844849" y="533697"/>
                </a:lnTo>
                <a:lnTo>
                  <a:pt x="1830969" y="490877"/>
                </a:lnTo>
                <a:lnTo>
                  <a:pt x="1814726" y="449616"/>
                </a:lnTo>
                <a:lnTo>
                  <a:pt x="1796170" y="409947"/>
                </a:lnTo>
                <a:lnTo>
                  <a:pt x="1775352" y="371901"/>
                </a:lnTo>
                <a:lnTo>
                  <a:pt x="1752321" y="335510"/>
                </a:lnTo>
                <a:lnTo>
                  <a:pt x="1727126" y="300807"/>
                </a:lnTo>
                <a:lnTo>
                  <a:pt x="1699817" y="267823"/>
                </a:lnTo>
                <a:lnTo>
                  <a:pt x="1670445" y="236590"/>
                </a:lnTo>
                <a:lnTo>
                  <a:pt x="1639058" y="207141"/>
                </a:lnTo>
                <a:lnTo>
                  <a:pt x="1605707" y="179507"/>
                </a:lnTo>
                <a:lnTo>
                  <a:pt x="1570441" y="153720"/>
                </a:lnTo>
                <a:lnTo>
                  <a:pt x="1533310" y="129812"/>
                </a:lnTo>
                <a:lnTo>
                  <a:pt x="1494364" y="107816"/>
                </a:lnTo>
                <a:lnTo>
                  <a:pt x="1453653" y="87762"/>
                </a:lnTo>
                <a:lnTo>
                  <a:pt x="1411226" y="69684"/>
                </a:lnTo>
                <a:lnTo>
                  <a:pt x="1367132" y="53613"/>
                </a:lnTo>
                <a:lnTo>
                  <a:pt x="1321423" y="39581"/>
                </a:lnTo>
                <a:lnTo>
                  <a:pt x="1274147" y="27620"/>
                </a:lnTo>
                <a:lnTo>
                  <a:pt x="1225354" y="17762"/>
                </a:lnTo>
                <a:lnTo>
                  <a:pt x="1175094" y="10039"/>
                </a:lnTo>
                <a:lnTo>
                  <a:pt x="1123417" y="4483"/>
                </a:lnTo>
                <a:lnTo>
                  <a:pt x="1070373" y="1126"/>
                </a:lnTo>
                <a:lnTo>
                  <a:pt x="1016010" y="0"/>
                </a:lnTo>
                <a:close/>
              </a:path>
              <a:path w="1877695" h="2089784">
                <a:moveTo>
                  <a:pt x="1861491" y="604379"/>
                </a:moveTo>
                <a:lnTo>
                  <a:pt x="944536" y="604379"/>
                </a:lnTo>
                <a:lnTo>
                  <a:pt x="997364" y="608378"/>
                </a:lnTo>
                <a:lnTo>
                  <a:pt x="1043641" y="619918"/>
                </a:lnTo>
                <a:lnTo>
                  <a:pt x="1083215" y="638312"/>
                </a:lnTo>
                <a:lnTo>
                  <a:pt x="1115935" y="662873"/>
                </a:lnTo>
                <a:lnTo>
                  <a:pt x="1141649" y="692916"/>
                </a:lnTo>
                <a:lnTo>
                  <a:pt x="1160204" y="727753"/>
                </a:lnTo>
                <a:lnTo>
                  <a:pt x="1171449" y="766698"/>
                </a:lnTo>
                <a:lnTo>
                  <a:pt x="1175231" y="809064"/>
                </a:lnTo>
                <a:lnTo>
                  <a:pt x="1170883" y="859891"/>
                </a:lnTo>
                <a:lnTo>
                  <a:pt x="1158120" y="904928"/>
                </a:lnTo>
                <a:lnTo>
                  <a:pt x="1137362" y="943871"/>
                </a:lnTo>
                <a:lnTo>
                  <a:pt x="1109027" y="976415"/>
                </a:lnTo>
                <a:lnTo>
                  <a:pt x="1073536" y="1002256"/>
                </a:lnTo>
                <a:lnTo>
                  <a:pt x="1031307" y="1021090"/>
                </a:lnTo>
                <a:lnTo>
                  <a:pt x="982761" y="1032614"/>
                </a:lnTo>
                <a:lnTo>
                  <a:pt x="928317" y="1036523"/>
                </a:lnTo>
                <a:lnTo>
                  <a:pt x="1842128" y="1036523"/>
                </a:lnTo>
                <a:lnTo>
                  <a:pt x="1852881" y="994152"/>
                </a:lnTo>
                <a:lnTo>
                  <a:pt x="1861602" y="951070"/>
                </a:lnTo>
                <a:lnTo>
                  <a:pt x="1868377" y="907062"/>
                </a:lnTo>
                <a:lnTo>
                  <a:pt x="1873211" y="862188"/>
                </a:lnTo>
                <a:lnTo>
                  <a:pt x="1876108" y="816505"/>
                </a:lnTo>
                <a:lnTo>
                  <a:pt x="1877073" y="770070"/>
                </a:lnTo>
                <a:lnTo>
                  <a:pt x="1875751" y="719933"/>
                </a:lnTo>
                <a:lnTo>
                  <a:pt x="1871818" y="671194"/>
                </a:lnTo>
                <a:lnTo>
                  <a:pt x="1865323" y="623888"/>
                </a:lnTo>
                <a:lnTo>
                  <a:pt x="1861491" y="604379"/>
                </a:lnTo>
                <a:close/>
              </a:path>
            </a:pathLst>
          </a:custGeom>
          <a:solidFill>
            <a:srgbClr val="ED0080"/>
          </a:solidFill>
        </p:spPr>
        <p:txBody>
          <a:bodyPr wrap="square" lIns="0" tIns="0" rIns="0" bIns="0" rtlCol="0"/>
          <a:lstStyle/>
          <a:p>
            <a:endParaRPr sz="637"/>
          </a:p>
        </p:txBody>
      </p:sp>
      <p:sp>
        <p:nvSpPr>
          <p:cNvPr id="8" name="object 8"/>
          <p:cNvSpPr/>
          <p:nvPr/>
        </p:nvSpPr>
        <p:spPr>
          <a:xfrm>
            <a:off x="6529534" y="2096483"/>
            <a:ext cx="2038339" cy="950436"/>
          </a:xfrm>
          <a:custGeom>
            <a:avLst/>
            <a:gdLst/>
            <a:ahLst/>
            <a:cxnLst/>
            <a:rect l="l" t="t" r="r" b="b"/>
            <a:pathLst>
              <a:path w="4481830" h="2089784">
                <a:moveTo>
                  <a:pt x="2459672" y="2089238"/>
                </a:moveTo>
                <a:lnTo>
                  <a:pt x="1657146" y="0"/>
                </a:lnTo>
                <a:lnTo>
                  <a:pt x="779843" y="0"/>
                </a:lnTo>
                <a:lnTo>
                  <a:pt x="0" y="2089238"/>
                </a:lnTo>
                <a:lnTo>
                  <a:pt x="779843" y="2089238"/>
                </a:lnTo>
                <a:lnTo>
                  <a:pt x="1215212" y="844765"/>
                </a:lnTo>
                <a:lnTo>
                  <a:pt x="1657146" y="2089238"/>
                </a:lnTo>
                <a:lnTo>
                  <a:pt x="2459672" y="2089238"/>
                </a:lnTo>
                <a:close/>
              </a:path>
              <a:path w="4481830" h="2089784">
                <a:moveTo>
                  <a:pt x="4481246" y="0"/>
                </a:moveTo>
                <a:lnTo>
                  <a:pt x="3717391" y="0"/>
                </a:lnTo>
                <a:lnTo>
                  <a:pt x="3298228" y="799312"/>
                </a:lnTo>
                <a:lnTo>
                  <a:pt x="2911614" y="0"/>
                </a:lnTo>
                <a:lnTo>
                  <a:pt x="2145296" y="0"/>
                </a:lnTo>
                <a:lnTo>
                  <a:pt x="2888513" y="1484934"/>
                </a:lnTo>
                <a:lnTo>
                  <a:pt x="2888513" y="2089238"/>
                </a:lnTo>
                <a:lnTo>
                  <a:pt x="3676345" y="2089238"/>
                </a:lnTo>
                <a:lnTo>
                  <a:pt x="3676345" y="1461947"/>
                </a:lnTo>
                <a:lnTo>
                  <a:pt x="4481246" y="0"/>
                </a:lnTo>
                <a:close/>
              </a:path>
            </a:pathLst>
          </a:custGeom>
          <a:solidFill>
            <a:srgbClr val="ED0080"/>
          </a:solidFill>
        </p:spPr>
        <p:txBody>
          <a:bodyPr wrap="square" lIns="0" tIns="0" rIns="0" bIns="0" rtlCol="0"/>
          <a:lstStyle/>
          <a:p>
            <a:endParaRPr sz="637"/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4485EAE-0541-6843-9A40-BC8B05019D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647" y="1278182"/>
            <a:ext cx="8352051" cy="25764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508A64AE-562D-47F8-9390-C2C4565CCCD5}"/>
              </a:ext>
            </a:extLst>
          </p:cNvPr>
          <p:cNvSpPr txBox="1">
            <a:spLocks/>
          </p:cNvSpPr>
          <p:nvPr/>
        </p:nvSpPr>
        <p:spPr>
          <a:xfrm>
            <a:off x="542611" y="1201898"/>
            <a:ext cx="7972261" cy="1019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  <a:sym typeface="Arial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9pPr>
          </a:lstStyle>
          <a:p>
            <a:r>
              <a:rPr lang="en-US" sz="5000" b="1" kern="0" dirty="0">
                <a:solidFill>
                  <a:schemeClr val="accent5"/>
                </a:solidFill>
                <a:latin typeface="Volte Play" pitchFamily="50" charset="0"/>
              </a:rPr>
              <a:t>Guidelines for Employees</a:t>
            </a:r>
            <a:br>
              <a:rPr lang="en-US" b="1" kern="0" dirty="0">
                <a:latin typeface="Volte Play" pitchFamily="50" charset="0"/>
              </a:rPr>
            </a:br>
            <a:r>
              <a:rPr lang="en-US" sz="2000" b="1" dirty="0">
                <a:solidFill>
                  <a:schemeClr val="accent5"/>
                </a:solidFill>
                <a:latin typeface="Volte Play Medium" pitchFamily="50" charset="0"/>
              </a:rPr>
              <a:t>- Guidelines for Self Appraisal</a:t>
            </a:r>
            <a:br>
              <a:rPr lang="en-US" sz="2000" b="1" dirty="0">
                <a:solidFill>
                  <a:schemeClr val="accent5"/>
                </a:solidFill>
                <a:latin typeface="Volte Play Medium" pitchFamily="50" charset="0"/>
              </a:rPr>
            </a:br>
            <a:r>
              <a:rPr lang="en-US" sz="2000" b="1" dirty="0">
                <a:solidFill>
                  <a:schemeClr val="accent5"/>
                </a:solidFill>
                <a:latin typeface="Volte Play Medium" pitchFamily="50" charset="0"/>
              </a:rPr>
              <a:t>- Performance Discussion with Manager</a:t>
            </a:r>
            <a:endParaRPr lang="en-IN" sz="2000" b="1" dirty="0">
              <a:solidFill>
                <a:schemeClr val="accent5"/>
              </a:solidFill>
              <a:latin typeface="Volte Play Medium" pitchFamily="50" charset="0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A0BE2AE-5AF0-4829-BB55-B95B728D97B7}"/>
              </a:ext>
            </a:extLst>
          </p:cNvPr>
          <p:cNvSpPr txBox="1">
            <a:spLocks/>
          </p:cNvSpPr>
          <p:nvPr/>
        </p:nvSpPr>
        <p:spPr>
          <a:xfrm>
            <a:off x="284162" y="4767263"/>
            <a:ext cx="2133600" cy="274637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D3876D21-DC87-3F42-9AF0-FE122F184967}" type="slidenum">
              <a:rPr lang="en-US" altLang="en-US" sz="600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205292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5">
            <a:extLst>
              <a:ext uri="{FF2B5EF4-FFF2-40B4-BE49-F238E27FC236}">
                <a16:creationId xmlns:a16="http://schemas.microsoft.com/office/drawing/2014/main" id="{456E4F2F-ED6D-4B0E-8C93-34CB5B3468C7}"/>
              </a:ext>
            </a:extLst>
          </p:cNvPr>
          <p:cNvSpPr txBox="1">
            <a:spLocks/>
          </p:cNvSpPr>
          <p:nvPr/>
        </p:nvSpPr>
        <p:spPr bwMode="auto">
          <a:xfrm>
            <a:off x="0" y="-54984"/>
            <a:ext cx="8421688" cy="416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  <a:sym typeface="Arial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Volte Play" pitchFamily="50" charset="0"/>
              </a:rPr>
              <a:t>Guidelines for Self Appraisal</a:t>
            </a:r>
            <a:endParaRPr lang="en-IN" sz="1800" kern="0" dirty="0">
              <a:solidFill>
                <a:schemeClr val="bg1"/>
              </a:solidFill>
              <a:latin typeface="Volte Play" pitchFamily="50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D4D7B3A-353B-4CD7-B489-E675487A21C9}"/>
              </a:ext>
            </a:extLst>
          </p:cNvPr>
          <p:cNvSpPr txBox="1">
            <a:spLocks/>
          </p:cNvSpPr>
          <p:nvPr/>
        </p:nvSpPr>
        <p:spPr>
          <a:xfrm>
            <a:off x="284162" y="4767263"/>
            <a:ext cx="2133600" cy="274637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D3876D21-DC87-3F42-9AF0-FE122F184967}" type="slidenum">
              <a:rPr lang="en-US" altLang="en-US" sz="600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altLang="en-US" sz="6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64F366-C4D5-484C-A0E1-BFE6493F0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270811"/>
              </p:ext>
            </p:extLst>
          </p:nvPr>
        </p:nvGraphicFramePr>
        <p:xfrm>
          <a:off x="140858" y="676855"/>
          <a:ext cx="8792125" cy="383135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8792125">
                  <a:extLst>
                    <a:ext uri="{9D8B030D-6E8A-4147-A177-3AD203B41FA5}">
                      <a16:colId xmlns:a16="http://schemas.microsoft.com/office/drawing/2014/main" val="2368373186"/>
                    </a:ext>
                  </a:extLst>
                </a:gridCol>
              </a:tblGrid>
              <a:tr h="38791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Volte Play" pitchFamily="50" charset="0"/>
                          <a:cs typeface="Calibri" panose="020F0502020204030204" pitchFamily="34" charset="0"/>
                        </a:rPr>
                        <a:t>Self Appraisal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35613"/>
                  </a:ext>
                </a:extLst>
              </a:tr>
              <a:tr h="344343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Go through your work priorities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for the year based on your goals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400" dirty="0">
                        <a:latin typeface="Volte Play" pitchFamily="50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Assess and describe your accomplishments against each goals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, with following questions in mind: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What was the </a:t>
                      </a: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objective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?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How was </a:t>
                      </a: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success measured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? (quantity, quality, accuracy, timeliness, budget, customer satisfaction)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What was the </a:t>
                      </a: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impact of your work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on your department and the organization?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What </a:t>
                      </a: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obstacles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 did you have to overcome?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400" dirty="0">
                        <a:latin typeface="Volte Play" pitchFamily="50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Critically assess the times you came up short.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Recognizing your own flaws is important to demonstrate your ability to learn and grow.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latin typeface="Volte Play" pitchFamily="50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While it is important to be thorough, </a:t>
                      </a: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keep your self-assessment crisp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latin typeface="Volte Play" pitchFamily="50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Be prepared to justify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the self appraisal rating against each goals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462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724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F16B1A-91DE-4994-ACA8-D190A4A553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54984"/>
            <a:ext cx="8421688" cy="416727"/>
          </a:xfrm>
        </p:spPr>
        <p:txBody>
          <a:bodyPr/>
          <a:lstStyle/>
          <a:p>
            <a:pPr algn="l"/>
            <a:r>
              <a:rPr lang="en-US" sz="1800" b="1" dirty="0">
                <a:solidFill>
                  <a:schemeClr val="bg1"/>
                </a:solidFill>
                <a:latin typeface="Volte Play" pitchFamily="50" charset="0"/>
              </a:rPr>
              <a:t>Guidelines for Performance Discussion</a:t>
            </a:r>
            <a:endParaRPr lang="en-IN" sz="1800" dirty="0">
              <a:solidFill>
                <a:schemeClr val="bg1"/>
              </a:solidFill>
              <a:latin typeface="Volte Play" pitchFamily="50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F74EC3-715C-4615-A47D-7D5A91001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839252"/>
              </p:ext>
            </p:extLst>
          </p:nvPr>
        </p:nvGraphicFramePr>
        <p:xfrm>
          <a:off x="140858" y="676855"/>
          <a:ext cx="8792125" cy="362959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8792125">
                  <a:extLst>
                    <a:ext uri="{9D8B030D-6E8A-4147-A177-3AD203B41FA5}">
                      <a16:colId xmlns:a16="http://schemas.microsoft.com/office/drawing/2014/main" val="2368373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Volte Play" pitchFamily="50" charset="0"/>
                          <a:cs typeface="Calibri" panose="020F0502020204030204" pitchFamily="34" charset="0"/>
                        </a:rPr>
                        <a:t>Performance Discussion with Manager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3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Volte Play" pitchFamily="50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Analyze your performance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Volte Play" pitchFamily="50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in comparison to the set objectives for the year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Volte Play" pitchFamily="50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Note down critical incidents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Volte Play" pitchFamily="50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during the appraisal period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Volte Play" pitchFamily="50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Make note of any challenges / issues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Volte Play" pitchFamily="50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that you are facing in achieving any goal</a:t>
                      </a:r>
                      <a:endParaRPr lang="en-US" sz="1400" b="1" i="0" u="none" strike="noStrike" cap="none" dirty="0">
                        <a:solidFill>
                          <a:schemeClr val="dk1"/>
                        </a:solidFill>
                        <a:latin typeface="Volte Play" pitchFamily="50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Highlight your accomplishments</a:t>
                      </a:r>
                      <a:r>
                        <a:rPr lang="en-IN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, backed by data and specific instances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Highlight challenges </a:t>
                      </a:r>
                      <a:r>
                        <a:rPr lang="en-IN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that you may have faced and seek manager’s support for its resolution, if required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Ask for specific feedback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and try to leverage on the experience of your manager and understand on how things could have been done differently on tasks performed by you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Make a </a:t>
                      </a:r>
                      <a:r>
                        <a:rPr lang="en-US" sz="1400" b="0" dirty="0">
                          <a:latin typeface="Volte Play" pitchFamily="50" charset="0"/>
                          <a:cs typeface="Calibri" panose="020F0502020204030204" pitchFamily="34" charset="0"/>
                        </a:rPr>
                        <a:t>note of any </a:t>
                      </a: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modification required in your goals for the rest of the year </a:t>
                      </a:r>
                      <a:r>
                        <a:rPr lang="en-US" sz="1400" b="0" dirty="0">
                          <a:latin typeface="Volte Play" pitchFamily="50" charset="0"/>
                          <a:cs typeface="Calibri" panose="020F0502020204030204" pitchFamily="34" charset="0"/>
                        </a:rPr>
                        <a:t>and highlight it in the discussion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, backed by sound justification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Take down detailed notes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for future reference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462006"/>
                  </a:ext>
                </a:extLst>
              </a:tr>
            </a:tbl>
          </a:graphicData>
        </a:graphic>
      </p:graphicFrame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FAD8D92-DE50-482F-875D-48187FA56FDE}"/>
              </a:ext>
            </a:extLst>
          </p:cNvPr>
          <p:cNvSpPr txBox="1">
            <a:spLocks/>
          </p:cNvSpPr>
          <p:nvPr/>
        </p:nvSpPr>
        <p:spPr>
          <a:xfrm>
            <a:off x="284162" y="4767263"/>
            <a:ext cx="2133600" cy="274637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D3876D21-DC87-3F42-9AF0-FE122F184967}" type="slidenum">
              <a:rPr lang="en-US" altLang="en-US" sz="600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2118484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508A64AE-562D-47F8-9390-C2C4565CCCD5}"/>
              </a:ext>
            </a:extLst>
          </p:cNvPr>
          <p:cNvSpPr txBox="1">
            <a:spLocks/>
          </p:cNvSpPr>
          <p:nvPr/>
        </p:nvSpPr>
        <p:spPr>
          <a:xfrm>
            <a:off x="542611" y="1201898"/>
            <a:ext cx="7972261" cy="1019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  <a:sym typeface="Arial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9pPr>
          </a:lstStyle>
          <a:p>
            <a:r>
              <a:rPr lang="en-US" sz="5000" b="1" kern="0" dirty="0">
                <a:solidFill>
                  <a:schemeClr val="accent5"/>
                </a:solidFill>
                <a:latin typeface="Volte Play" pitchFamily="50" charset="0"/>
              </a:rPr>
              <a:t>Guidelines for Managers</a:t>
            </a:r>
            <a:br>
              <a:rPr lang="en-US" b="1" kern="0" dirty="0">
                <a:latin typeface="Volte Play" pitchFamily="50" charset="0"/>
              </a:rPr>
            </a:br>
            <a:r>
              <a:rPr lang="en-US" sz="2000" b="1" dirty="0">
                <a:solidFill>
                  <a:schemeClr val="accent5"/>
                </a:solidFill>
                <a:latin typeface="Volte Play Medium" pitchFamily="50" charset="0"/>
              </a:rPr>
              <a:t>- Preparing for Performance Discussion with Employee</a:t>
            </a:r>
            <a:br>
              <a:rPr lang="en-US" sz="2000" b="1" dirty="0">
                <a:solidFill>
                  <a:schemeClr val="accent5"/>
                </a:solidFill>
                <a:latin typeface="Volte Play Medium" pitchFamily="50" charset="0"/>
              </a:rPr>
            </a:br>
            <a:r>
              <a:rPr lang="en-US" sz="2000" b="1" dirty="0">
                <a:solidFill>
                  <a:schemeClr val="accent5"/>
                </a:solidFill>
                <a:latin typeface="Volte Play Medium" pitchFamily="50" charset="0"/>
              </a:rPr>
              <a:t>- Performance Discussion with Employee</a:t>
            </a:r>
            <a:br>
              <a:rPr lang="en-US" sz="2000" b="1" dirty="0">
                <a:solidFill>
                  <a:schemeClr val="accent5"/>
                </a:solidFill>
                <a:latin typeface="Volte Play Medium" pitchFamily="50" charset="0"/>
              </a:rPr>
            </a:br>
            <a:r>
              <a:rPr lang="en-US" sz="2000" b="1" dirty="0">
                <a:solidFill>
                  <a:schemeClr val="accent5"/>
                </a:solidFill>
                <a:latin typeface="Volte Play Medium" pitchFamily="50" charset="0"/>
              </a:rPr>
              <a:t>- Pointers for sharing feedback with Employee</a:t>
            </a:r>
            <a:br>
              <a:rPr lang="en-US" sz="2000" b="1" dirty="0">
                <a:solidFill>
                  <a:schemeClr val="accent5"/>
                </a:solidFill>
                <a:latin typeface="Volte Play Medium" pitchFamily="50" charset="0"/>
              </a:rPr>
            </a:br>
            <a:r>
              <a:rPr lang="en-US" sz="2000" b="1" dirty="0">
                <a:solidFill>
                  <a:schemeClr val="accent5"/>
                </a:solidFill>
                <a:latin typeface="Volte Play Medium" pitchFamily="50" charset="0"/>
              </a:rPr>
              <a:t>- Common biases to avoid while rating</a:t>
            </a:r>
            <a:endParaRPr lang="en-IN" sz="2000" b="1" dirty="0">
              <a:solidFill>
                <a:schemeClr val="accent5"/>
              </a:solidFill>
              <a:latin typeface="Volte Play Medium" pitchFamily="50" charset="0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A0BE2AE-5AF0-4829-BB55-B95B728D97B7}"/>
              </a:ext>
            </a:extLst>
          </p:cNvPr>
          <p:cNvSpPr txBox="1">
            <a:spLocks/>
          </p:cNvSpPr>
          <p:nvPr/>
        </p:nvSpPr>
        <p:spPr>
          <a:xfrm>
            <a:off x="284162" y="4767263"/>
            <a:ext cx="2133600" cy="274637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D3876D21-DC87-3F42-9AF0-FE122F184967}" type="slidenum">
              <a:rPr lang="en-US" altLang="en-US" sz="600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142970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F74EC3-715C-4615-A47D-7D5A91001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604057"/>
              </p:ext>
            </p:extLst>
          </p:nvPr>
        </p:nvGraphicFramePr>
        <p:xfrm>
          <a:off x="140858" y="676855"/>
          <a:ext cx="8792125" cy="298951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8792125">
                  <a:extLst>
                    <a:ext uri="{9D8B030D-6E8A-4147-A177-3AD203B41FA5}">
                      <a16:colId xmlns:a16="http://schemas.microsoft.com/office/drawing/2014/main" val="2368373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Volte Play" pitchFamily="50" charset="0"/>
                          <a:cs typeface="Calibri" panose="020F0502020204030204" pitchFamily="34" charset="0"/>
                        </a:rPr>
                        <a:t>Preparing for Performance Discussion with Employee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3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Provide enough heads-up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to the employee to prepare for the discussion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Note down critical incidents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during the appraisal period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Solicit opinions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from the stakeholder who worked closely with the employee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endParaRPr lang="en-US" sz="1400" b="0" dirty="0">
                        <a:latin typeface="Volte Play" pitchFamily="50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400" b="0" dirty="0">
                          <a:latin typeface="Volte Play" pitchFamily="50" charset="0"/>
                          <a:cs typeface="Calibri" panose="020F0502020204030204" pitchFamily="34" charset="0"/>
                        </a:rPr>
                        <a:t>For mid term appraisal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, please make a note of following in addition to the above: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Analyze the progress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made by the employee against each goal</a:t>
                      </a:r>
                      <a:endParaRPr lang="en-US" sz="1400" b="1" u="sng" dirty="0">
                        <a:latin typeface="Volte Play" pitchFamily="50" charset="0"/>
                        <a:cs typeface="Calibri" panose="020F0502020204030204" pitchFamily="34" charset="0"/>
                      </a:endParaRP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Identify scope of improvement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to enhance performance during the rest of the year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Check if </a:t>
                      </a: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goals need to be modified </a:t>
                      </a:r>
                      <a:r>
                        <a:rPr lang="en-US" sz="1400" b="0" dirty="0">
                          <a:latin typeface="Volte Play" pitchFamily="50" charset="0"/>
                          <a:cs typeface="Calibri" panose="020F0502020204030204" pitchFamily="34" charset="0"/>
                        </a:rPr>
                        <a:t>for the rest of the year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462006"/>
                  </a:ext>
                </a:extLst>
              </a:tr>
            </a:tbl>
          </a:graphicData>
        </a:graphic>
      </p:graphicFrame>
      <p:sp>
        <p:nvSpPr>
          <p:cNvPr id="7" name="Title 5">
            <a:extLst>
              <a:ext uri="{FF2B5EF4-FFF2-40B4-BE49-F238E27FC236}">
                <a16:creationId xmlns:a16="http://schemas.microsoft.com/office/drawing/2014/main" id="{456E4F2F-ED6D-4B0E-8C93-34CB5B3468C7}"/>
              </a:ext>
            </a:extLst>
          </p:cNvPr>
          <p:cNvSpPr txBox="1">
            <a:spLocks/>
          </p:cNvSpPr>
          <p:nvPr/>
        </p:nvSpPr>
        <p:spPr bwMode="auto">
          <a:xfrm>
            <a:off x="0" y="-54984"/>
            <a:ext cx="8421688" cy="416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  <a:sym typeface="Arial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9pPr>
          </a:lstStyle>
          <a:p>
            <a:r>
              <a:rPr lang="en-US" sz="1800" b="1" kern="0" dirty="0">
                <a:solidFill>
                  <a:schemeClr val="bg1"/>
                </a:solidFill>
                <a:latin typeface="Volte Play" pitchFamily="50" charset="0"/>
              </a:rPr>
              <a:t>Guidelines for Performance Discussion</a:t>
            </a:r>
            <a:endParaRPr lang="en-IN" sz="1800" kern="0" dirty="0">
              <a:solidFill>
                <a:schemeClr val="bg1"/>
              </a:solidFill>
              <a:latin typeface="Volte Play" pitchFamily="50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D4D7B3A-353B-4CD7-B489-E675487A21C9}"/>
              </a:ext>
            </a:extLst>
          </p:cNvPr>
          <p:cNvSpPr txBox="1">
            <a:spLocks/>
          </p:cNvSpPr>
          <p:nvPr/>
        </p:nvSpPr>
        <p:spPr>
          <a:xfrm>
            <a:off x="284162" y="4767263"/>
            <a:ext cx="2133600" cy="274637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D3876D21-DC87-3F42-9AF0-FE122F184967}" type="slidenum">
              <a:rPr lang="en-US" altLang="en-US" sz="600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952746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F74EC3-715C-4615-A47D-7D5A91001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687783"/>
              </p:ext>
            </p:extLst>
          </p:nvPr>
        </p:nvGraphicFramePr>
        <p:xfrm>
          <a:off x="140858" y="676855"/>
          <a:ext cx="8792125" cy="362959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8792125">
                  <a:extLst>
                    <a:ext uri="{9D8B030D-6E8A-4147-A177-3AD203B41FA5}">
                      <a16:colId xmlns:a16="http://schemas.microsoft.com/office/drawing/2014/main" val="2368373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Volte Play" pitchFamily="50" charset="0"/>
                          <a:cs typeface="Calibri" panose="020F0502020204030204" pitchFamily="34" charset="0"/>
                        </a:rPr>
                        <a:t>Performance Discussion with Employee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3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Create an </a:t>
                      </a: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environment of trust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at the onset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Communicate to employee that the </a:t>
                      </a: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process is a collaborative effort to achieve mutual goals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Ask open ended questions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that allow the employee to communicate comfortably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Seek feedback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from employee and check on areas where he / she needs support from you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Listen to the issues raised by the employee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and avoid defending or justifying them in the same meeting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Provide constructive feedback (specific and meaningful)</a:t>
                      </a:r>
                      <a:r>
                        <a:rPr lang="en-IN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 against each goal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that would help the employee to further improve his / her performance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Summarize the key areas discussed </a:t>
                      </a:r>
                      <a:r>
                        <a:rPr lang="en-US" sz="1400" b="0" dirty="0">
                          <a:latin typeface="Volte Play" pitchFamily="50" charset="0"/>
                          <a:cs typeface="Calibri" panose="020F0502020204030204" pitchFamily="34" charset="0"/>
                        </a:rPr>
                        <a:t>and mutually agree with employee on a plan for holistic improvement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at the end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Meticulously </a:t>
                      </a: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document mutual decisions </a:t>
                      </a: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and set follow up plans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462006"/>
                  </a:ext>
                </a:extLst>
              </a:tr>
            </a:tbl>
          </a:graphicData>
        </a:graphic>
      </p:graphicFrame>
      <p:sp>
        <p:nvSpPr>
          <p:cNvPr id="7" name="Title 5">
            <a:extLst>
              <a:ext uri="{FF2B5EF4-FFF2-40B4-BE49-F238E27FC236}">
                <a16:creationId xmlns:a16="http://schemas.microsoft.com/office/drawing/2014/main" id="{9AC211E5-2313-418D-9745-949BAEFBCB49}"/>
              </a:ext>
            </a:extLst>
          </p:cNvPr>
          <p:cNvSpPr txBox="1">
            <a:spLocks/>
          </p:cNvSpPr>
          <p:nvPr/>
        </p:nvSpPr>
        <p:spPr bwMode="auto">
          <a:xfrm>
            <a:off x="0" y="-54984"/>
            <a:ext cx="8421688" cy="416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  <a:sym typeface="Arial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9pPr>
          </a:lstStyle>
          <a:p>
            <a:r>
              <a:rPr lang="en-US" sz="1800" b="1" kern="0" dirty="0">
                <a:solidFill>
                  <a:schemeClr val="bg1"/>
                </a:solidFill>
                <a:latin typeface="Volte Play" pitchFamily="50" charset="0"/>
              </a:rPr>
              <a:t>Guidelines for Performance Discussion</a:t>
            </a:r>
            <a:endParaRPr lang="en-IN" sz="1800" kern="0" dirty="0">
              <a:solidFill>
                <a:schemeClr val="bg1"/>
              </a:solidFill>
              <a:latin typeface="Volte Play" pitchFamily="50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29294C6-E075-4DA2-8323-29F9E4BE7EF2}"/>
              </a:ext>
            </a:extLst>
          </p:cNvPr>
          <p:cNvSpPr txBox="1">
            <a:spLocks/>
          </p:cNvSpPr>
          <p:nvPr/>
        </p:nvSpPr>
        <p:spPr>
          <a:xfrm>
            <a:off x="284162" y="4767263"/>
            <a:ext cx="2133600" cy="274637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D3876D21-DC87-3F42-9AF0-FE122F184967}" type="slidenum">
              <a:rPr lang="en-US" altLang="en-US" sz="600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1531789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F74EC3-715C-4615-A47D-7D5A91001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407348"/>
              </p:ext>
            </p:extLst>
          </p:nvPr>
        </p:nvGraphicFramePr>
        <p:xfrm>
          <a:off x="140858" y="676855"/>
          <a:ext cx="8792125" cy="36626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8792125">
                  <a:extLst>
                    <a:ext uri="{9D8B030D-6E8A-4147-A177-3AD203B41FA5}">
                      <a16:colId xmlns:a16="http://schemas.microsoft.com/office/drawing/2014/main" val="2368373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Volte Play" pitchFamily="50" charset="0"/>
                          <a:cs typeface="Calibri" panose="020F0502020204030204" pitchFamily="34" charset="0"/>
                        </a:rPr>
                        <a:t>Pointers for sharing feedback with Employee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3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Be Specific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Feedback should be simple and clear to understand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Highlight specific examples of effective or less effective performance / behavior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Feedback should be around what employee did and how could it be done differently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Avoid generalization or impressions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latin typeface="Volte Play" pitchFamily="50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Be Honest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Mean what you say and be supportive in your style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Avoid sugarcoating feedback as it may make the employee feel good in short run, but it may not translate into improved performance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latin typeface="Volte Play" pitchFamily="50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Volte Play" pitchFamily="50" charset="0"/>
                          <a:cs typeface="Calibri" panose="020F0502020204030204" pitchFamily="34" charset="0"/>
                        </a:rPr>
                        <a:t>Be Constructive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Suggest ways to develop employee's skills which could help him / her in improving performance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Give authentic praise as well as meaning criticism, where needed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Volte Play" pitchFamily="50" charset="0"/>
                          <a:cs typeface="Calibri" panose="020F0502020204030204" pitchFamily="34" charset="0"/>
                        </a:rPr>
                        <a:t>Share shortcomings where required, but avoid reciting every shortcoming and focus only on important ones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462006"/>
                  </a:ext>
                </a:extLst>
              </a:tr>
            </a:tbl>
          </a:graphicData>
        </a:graphic>
      </p:graphicFrame>
      <p:sp>
        <p:nvSpPr>
          <p:cNvPr id="7" name="Title 5">
            <a:extLst>
              <a:ext uri="{FF2B5EF4-FFF2-40B4-BE49-F238E27FC236}">
                <a16:creationId xmlns:a16="http://schemas.microsoft.com/office/drawing/2014/main" id="{1B56A145-4B50-4541-8FA1-B9B3C3B3BD13}"/>
              </a:ext>
            </a:extLst>
          </p:cNvPr>
          <p:cNvSpPr txBox="1">
            <a:spLocks/>
          </p:cNvSpPr>
          <p:nvPr/>
        </p:nvSpPr>
        <p:spPr bwMode="auto">
          <a:xfrm>
            <a:off x="0" y="-54984"/>
            <a:ext cx="8421688" cy="416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  <a:sym typeface="Arial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9pPr>
          </a:lstStyle>
          <a:p>
            <a:r>
              <a:rPr lang="en-US" sz="1800" b="1" kern="0" dirty="0">
                <a:solidFill>
                  <a:schemeClr val="bg1"/>
                </a:solidFill>
                <a:latin typeface="Volte Play" pitchFamily="50" charset="0"/>
              </a:rPr>
              <a:t>Guidelines for Performance Discussion</a:t>
            </a:r>
            <a:endParaRPr lang="en-IN" sz="1800" kern="0" dirty="0">
              <a:solidFill>
                <a:schemeClr val="bg1"/>
              </a:solidFill>
              <a:latin typeface="Volte Play" pitchFamily="50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E6930A1-51BB-44C7-96DF-BBFF2CB28B09}"/>
              </a:ext>
            </a:extLst>
          </p:cNvPr>
          <p:cNvSpPr txBox="1">
            <a:spLocks/>
          </p:cNvSpPr>
          <p:nvPr/>
        </p:nvSpPr>
        <p:spPr>
          <a:xfrm>
            <a:off x="284162" y="4767263"/>
            <a:ext cx="2133600" cy="274637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D3876D21-DC87-3F42-9AF0-FE122F184967}" type="slidenum">
              <a:rPr lang="en-US" altLang="en-US" sz="600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960234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D10184-5118-4EB7-9286-A3235449F517}"/>
              </a:ext>
            </a:extLst>
          </p:cNvPr>
          <p:cNvSpPr txBox="1"/>
          <p:nvPr/>
        </p:nvSpPr>
        <p:spPr>
          <a:xfrm>
            <a:off x="528271" y="540310"/>
            <a:ext cx="773723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Volte Play" pitchFamily="50" charset="0"/>
                <a:cs typeface="Calibri" panose="020F0502020204030204" pitchFamily="34" charset="0"/>
              </a:rPr>
              <a:t>Halo / Horn</a:t>
            </a:r>
          </a:p>
          <a:p>
            <a:pPr marL="685800" lvl="1" indent="-228600" algn="just">
              <a:buFont typeface="Arial" panose="020B0604020202020204" pitchFamily="34" charset="0"/>
              <a:buChar char="•"/>
            </a:pPr>
            <a:r>
              <a:rPr lang="en-US" dirty="0">
                <a:latin typeface="Volte Play" pitchFamily="50" charset="0"/>
                <a:cs typeface="Calibri" panose="020F0502020204030204" pitchFamily="34" charset="0"/>
              </a:rPr>
              <a:t>Allowing perceptions of performance on one rating dimension to affect the rating of other performance dimensions. 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endParaRPr lang="en-US" dirty="0">
              <a:latin typeface="Volte Play" pitchFamily="50" charset="0"/>
              <a:cs typeface="Calibri" panose="020F0502020204030204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Volte Play" pitchFamily="50" charset="0"/>
                <a:cs typeface="Calibri" panose="020F0502020204030204" pitchFamily="34" charset="0"/>
              </a:rPr>
              <a:t>Leniency / Severity</a:t>
            </a:r>
            <a:r>
              <a:rPr lang="en-US" dirty="0">
                <a:latin typeface="Volte Play" pitchFamily="50" charset="0"/>
                <a:cs typeface="Calibri" panose="020F0502020204030204" pitchFamily="34" charset="0"/>
              </a:rPr>
              <a:t> </a:t>
            </a:r>
          </a:p>
          <a:p>
            <a:pPr marL="685800" lvl="1" indent="-228600" algn="just">
              <a:buFont typeface="Arial" panose="020B0604020202020204" pitchFamily="34" charset="0"/>
              <a:buChar char="•"/>
            </a:pPr>
            <a:r>
              <a:rPr lang="en-US" dirty="0">
                <a:latin typeface="Volte Play" pitchFamily="50" charset="0"/>
                <a:cs typeface="Calibri" panose="020F0502020204030204" pitchFamily="34" charset="0"/>
              </a:rPr>
              <a:t>Rating easy or harsh regardless of performance. Be sure to rate the performance, not how you personally feel about the person.</a:t>
            </a:r>
          </a:p>
          <a:p>
            <a:pPr marL="685800" lvl="1" indent="-228600" algn="just">
              <a:buFont typeface="Arial" panose="020B0604020202020204" pitchFamily="34" charset="0"/>
              <a:buChar char="•"/>
            </a:pPr>
            <a:endParaRPr lang="en-US" dirty="0">
              <a:latin typeface="Volte Play" pitchFamily="50" charset="0"/>
              <a:cs typeface="Calibri" panose="020F0502020204030204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Volte Play" pitchFamily="50" charset="0"/>
                <a:cs typeface="Calibri" panose="020F0502020204030204" pitchFamily="34" charset="0"/>
              </a:rPr>
              <a:t>Primacy / Recency</a:t>
            </a:r>
          </a:p>
          <a:p>
            <a:pPr marL="685800" lvl="1" indent="-228600" algn="just">
              <a:buFont typeface="Arial" panose="020B0604020202020204" pitchFamily="34" charset="0"/>
              <a:buChar char="•"/>
            </a:pPr>
            <a:r>
              <a:rPr lang="en-US" dirty="0">
                <a:latin typeface="Volte Play" pitchFamily="50" charset="0"/>
                <a:cs typeface="Calibri" panose="020F0502020204030204" pitchFamily="34" charset="0"/>
              </a:rPr>
              <a:t>First impression and memory errors. You remember best what you see either first or last. </a:t>
            </a:r>
          </a:p>
          <a:p>
            <a:pPr marL="685800" lvl="1" indent="-228600" algn="just">
              <a:buFont typeface="Arial" panose="020B0604020202020204" pitchFamily="34" charset="0"/>
              <a:buChar char="•"/>
            </a:pPr>
            <a:endParaRPr lang="en-US" dirty="0">
              <a:latin typeface="Volte Play" pitchFamily="50" charset="0"/>
              <a:cs typeface="Calibri" panose="020F0502020204030204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Volte Play" pitchFamily="50" charset="0"/>
                <a:cs typeface="Calibri" panose="020F0502020204030204" pitchFamily="34" charset="0"/>
              </a:rPr>
              <a:t>Escalation of Commitment</a:t>
            </a:r>
            <a:endParaRPr lang="en-US" dirty="0">
              <a:latin typeface="Volte Play" pitchFamily="50" charset="0"/>
              <a:cs typeface="Calibri" panose="020F0502020204030204" pitchFamily="34" charset="0"/>
            </a:endParaRPr>
          </a:p>
          <a:p>
            <a:pPr marL="685800" lvl="1" indent="-228600" algn="just">
              <a:buFont typeface="Arial" panose="020B0604020202020204" pitchFamily="34" charset="0"/>
              <a:buChar char="•"/>
            </a:pPr>
            <a:r>
              <a:rPr lang="en-US" dirty="0">
                <a:latin typeface="Volte Play" pitchFamily="50" charset="0"/>
                <a:cs typeface="Calibri" panose="020F0502020204030204" pitchFamily="34" charset="0"/>
              </a:rPr>
              <a:t>As familiarity increases commitment increases. Once you have made up our mind about an employee – good or bad – it is difficult to change your opinion. You continue to look for and only see behavior that supports your opinion.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6D17C-7A15-40A7-85BD-387CA7517131}"/>
              </a:ext>
            </a:extLst>
          </p:cNvPr>
          <p:cNvSpPr txBox="1"/>
          <p:nvPr/>
        </p:nvSpPr>
        <p:spPr>
          <a:xfrm>
            <a:off x="528270" y="4209910"/>
            <a:ext cx="7737231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chemeClr val="bg1"/>
                </a:solidFill>
                <a:latin typeface="Volte Play" pitchFamily="50" charset="0"/>
                <a:cs typeface="Calibri" panose="020F0502020204030204" pitchFamily="34" charset="0"/>
              </a:rPr>
              <a:t>Keep record/log of critical incidents as it will allow you to eliminate the above biases and will help you objectively rate the employee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6B449607-E937-4E10-B99F-60F2525DD756}"/>
              </a:ext>
            </a:extLst>
          </p:cNvPr>
          <p:cNvSpPr txBox="1">
            <a:spLocks/>
          </p:cNvSpPr>
          <p:nvPr/>
        </p:nvSpPr>
        <p:spPr bwMode="auto">
          <a:xfrm>
            <a:off x="0" y="-54984"/>
            <a:ext cx="8421688" cy="416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  <a:sym typeface="Arial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Ubuntu" charset="0"/>
                <a:ea typeface="Ubuntu" charset="0"/>
                <a:cs typeface="Ubuntu" charset="0"/>
                <a:sym typeface="Arial" charset="0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Volte Play" pitchFamily="50" charset="0"/>
              </a:rPr>
              <a:t>Common biases to avoid while rating</a:t>
            </a:r>
            <a:endParaRPr lang="en-IN" sz="1800" kern="0" dirty="0">
              <a:solidFill>
                <a:schemeClr val="bg1"/>
              </a:solidFill>
              <a:latin typeface="Volte Play" pitchFamily="50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B55A452-E190-4DF6-BF1C-208201BB1C5D}"/>
              </a:ext>
            </a:extLst>
          </p:cNvPr>
          <p:cNvSpPr txBox="1">
            <a:spLocks/>
          </p:cNvSpPr>
          <p:nvPr/>
        </p:nvSpPr>
        <p:spPr>
          <a:xfrm>
            <a:off x="284162" y="4767263"/>
            <a:ext cx="2133600" cy="274637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D3876D21-DC87-3F42-9AF0-FE122F184967}" type="slidenum">
              <a:rPr lang="en-US" altLang="en-US" sz="600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4174774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A48130-960F-4E32-A8E2-957A454D2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9723" y="2235533"/>
            <a:ext cx="5764799" cy="672434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accent5"/>
                </a:solidFill>
                <a:latin typeface="Volte Play" pitchFamily="50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99316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rgbClr val="000000"/>
      </a:dk1>
      <a:lt1>
        <a:srgbClr val="FFFFFF"/>
      </a:lt1>
      <a:dk2>
        <a:srgbClr val="F08300"/>
      </a:dk2>
      <a:lt2>
        <a:srgbClr val="E84C09"/>
      </a:lt2>
      <a:accent1>
        <a:srgbClr val="E30010"/>
      </a:accent1>
      <a:accent2>
        <a:srgbClr val="E40039"/>
      </a:accent2>
      <a:accent3>
        <a:srgbClr val="E5007E"/>
      </a:accent3>
      <a:accent4>
        <a:srgbClr val="A72879"/>
      </a:accent4>
      <a:accent5>
        <a:srgbClr val="612574"/>
      </a:accent5>
      <a:accent6>
        <a:srgbClr val="0644A1"/>
      </a:accent6>
      <a:hlink>
        <a:srgbClr val="FA0029"/>
      </a:hlink>
      <a:folHlink>
        <a:srgbClr val="FA002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ST EAT Powerpoint _ Slide Template - USE ME" id="{9FF3001E-975D-874B-AD0E-55057C741CAF}" vid="{A2066BC7-1285-9E49-BCFC-5A5996B0D6B9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14537</TotalTime>
  <Words>812</Words>
  <Application>Microsoft Office PowerPoint</Application>
  <PresentationFormat>On-screen Show (16:9)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Courier New</vt:lpstr>
      <vt:lpstr>Sky Text</vt:lpstr>
      <vt:lpstr>Tahoma</vt:lpstr>
      <vt:lpstr>Ubuntu</vt:lpstr>
      <vt:lpstr>Ubuntu Regular</vt:lpstr>
      <vt:lpstr>Volte Play</vt:lpstr>
      <vt:lpstr>Volte Play Medium</vt:lpstr>
      <vt:lpstr>Office Theme</vt:lpstr>
      <vt:lpstr>Guidelines for Performance Discussion</vt:lpstr>
      <vt:lpstr>PowerPoint Presentation</vt:lpstr>
      <vt:lpstr>PowerPoint Presentation</vt:lpstr>
      <vt:lpstr>Guidelines for Performance Discussion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Give me a nice little title, cause I’m a title slide</dc:title>
  <dc:creator>Abhishek Seth/COMMS/MUM CORP/MH</dc:creator>
  <cp:lastModifiedBy>Abhinav Jain/HR/MUM CORP/MH</cp:lastModifiedBy>
  <cp:revision>595</cp:revision>
  <cp:lastPrinted>2022-02-27T07:20:34Z</cp:lastPrinted>
  <dcterms:modified xsi:type="dcterms:W3CDTF">2025-11-06T10:56:23Z</dcterms:modified>
</cp:coreProperties>
</file>