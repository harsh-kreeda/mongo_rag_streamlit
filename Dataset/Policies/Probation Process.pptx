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433" r:id="rId2"/>
    <p:sldId id="495" r:id="rId3"/>
    <p:sldId id="496" r:id="rId4"/>
    <p:sldId id="497" r:id="rId5"/>
    <p:sldId id="498" r:id="rId6"/>
    <p:sldId id="473" r:id="rId7"/>
    <p:sldId id="482" r:id="rId8"/>
    <p:sldId id="483" r:id="rId9"/>
    <p:sldId id="484" r:id="rId10"/>
    <p:sldId id="485" r:id="rId11"/>
    <p:sldId id="486" r:id="rId12"/>
    <p:sldId id="487" r:id="rId13"/>
    <p:sldId id="481" r:id="rId14"/>
    <p:sldId id="488" r:id="rId15"/>
    <p:sldId id="489" r:id="rId16"/>
    <p:sldId id="490" r:id="rId17"/>
    <p:sldId id="491" r:id="rId18"/>
    <p:sldId id="492" r:id="rId19"/>
    <p:sldId id="493" r:id="rId20"/>
    <p:sldId id="494" r:id="rId21"/>
    <p:sldId id="32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64" d="100"/>
          <a:sy n="64" d="100"/>
        </p:scale>
        <p:origin x="90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5T10:13:11.280"/>
    </inkml:context>
    <inkml:brush xml:id="br0">
      <inkml:brushProperty name="width" value="0.2" units="cm"/>
      <inkml:brushProperty name="height" value="0.2" units="cm"/>
      <inkml:brushProperty name="color" value="#FFFFFF"/>
    </inkml:brush>
  </inkml:definitions>
  <inkml:trace contextRef="#ctx0" brushRef="#br0">1 18 24575,'939'0'0,"-934"0"-91,0 1 0,-1-1 0,1-1 0,0 1 0,0 0 0,-1-1 0,1 0 0,-1 0 0,1-1 0,-1 1 0,1-1 0,-1 0 0,0 0 0,5-3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155536-10F8-446C-A86C-911F522CF89B}" type="datetimeFigureOut">
              <a:rPr lang="en-IN" smtClean="0"/>
              <a:t>30-07-2025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26D343-F3DC-4024-BF63-0BF31EAEA610}" type="slidenum">
              <a:rPr lang="en-IN" smtClean="0"/>
              <a:t>‹#›</a:t>
            </a:fld>
            <a:endParaRPr lang="en-IN"/>
          </a:p>
        </p:txBody>
      </p:sp>
    </p:spTree>
    <p:extLst>
      <p:ext uri="{BB962C8B-B14F-4D97-AF65-F5344CB8AC3E}">
        <p14:creationId xmlns:p14="http://schemas.microsoft.com/office/powerpoint/2010/main" val="2241512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BDC68-7749-02FA-34AC-AC1E18361C8D}"/>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15A8740E-7442-00F6-FEBE-905B911285F2}"/>
              </a:ext>
            </a:extLst>
          </p:cNvPr>
          <p:cNvSpPr>
            <a:spLocks noGrp="1" noChangeArrowheads="1"/>
          </p:cNvSpPr>
          <p:nvPr>
            <p:ph type="sldNum" sz="quarter" idx="5"/>
          </p:nvPr>
        </p:nvSpPr>
        <p:spPr>
          <a:ln/>
        </p:spPr>
        <p:txBody>
          <a:bodyPr/>
          <a:lstStyle/>
          <a:p>
            <a:fld id="{8D3663D0-D604-46D0-B5FD-662BE0397D7E}" type="slidenum">
              <a:rPr lang="en-US">
                <a:solidFill>
                  <a:prstClr val="black"/>
                </a:solidFill>
              </a:rPr>
              <a:pPr/>
              <a:t>2</a:t>
            </a:fld>
            <a:endParaRPr lang="en-US" dirty="0">
              <a:solidFill>
                <a:prstClr val="black"/>
              </a:solidFill>
            </a:endParaRPr>
          </a:p>
        </p:txBody>
      </p:sp>
      <p:sp>
        <p:nvSpPr>
          <p:cNvPr id="859138" name="Rectangle 2">
            <a:extLst>
              <a:ext uri="{FF2B5EF4-FFF2-40B4-BE49-F238E27FC236}">
                <a16:creationId xmlns:a16="http://schemas.microsoft.com/office/drawing/2014/main" id="{B942C599-25AF-F3CF-3BB5-D7A5D2687D62}"/>
              </a:ext>
            </a:extLst>
          </p:cNvPr>
          <p:cNvSpPr>
            <a:spLocks noGrp="1" noRot="1" noChangeAspect="1" noChangeArrowheads="1" noTextEdit="1"/>
          </p:cNvSpPr>
          <p:nvPr>
            <p:ph type="sldImg"/>
          </p:nvPr>
        </p:nvSpPr>
        <p:spPr>
          <a:xfrm>
            <a:off x="457200" y="720725"/>
            <a:ext cx="6400800" cy="3600450"/>
          </a:xfrm>
          <a:ln/>
        </p:spPr>
      </p:sp>
      <p:sp>
        <p:nvSpPr>
          <p:cNvPr id="859139" name="Rectangle 3">
            <a:extLst>
              <a:ext uri="{FF2B5EF4-FFF2-40B4-BE49-F238E27FC236}">
                <a16:creationId xmlns:a16="http://schemas.microsoft.com/office/drawing/2014/main" id="{6DE7EF21-F093-29A1-5449-9952C1FB917E}"/>
              </a:ext>
            </a:extLst>
          </p:cNvPr>
          <p:cNvSpPr>
            <a:spLocks noGrp="1" noChangeArrowheads="1"/>
          </p:cNvSpPr>
          <p:nvPr>
            <p:ph type="body" idx="1"/>
          </p:nvPr>
        </p:nvSpPr>
        <p:spPr/>
        <p:txBody>
          <a:bodyPr/>
          <a:lstStyle/>
          <a:p>
            <a:endParaRPr lang="en-GB" dirty="0"/>
          </a:p>
        </p:txBody>
      </p:sp>
    </p:spTree>
    <p:extLst>
      <p:ext uri="{BB962C8B-B14F-4D97-AF65-F5344CB8AC3E}">
        <p14:creationId xmlns:p14="http://schemas.microsoft.com/office/powerpoint/2010/main" val="3407605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3663D0-D604-46D0-B5FD-662BE0397D7E}" type="slidenum">
              <a:rPr lang="en-US">
                <a:solidFill>
                  <a:prstClr val="black"/>
                </a:solidFill>
              </a:rPr>
              <a:pPr/>
              <a:t>6</a:t>
            </a:fld>
            <a:endParaRPr lang="en-US" dirty="0">
              <a:solidFill>
                <a:prstClr val="black"/>
              </a:solidFill>
            </a:endParaRPr>
          </a:p>
        </p:txBody>
      </p:sp>
      <p:sp>
        <p:nvSpPr>
          <p:cNvPr id="859138" name="Rectangle 2"/>
          <p:cNvSpPr>
            <a:spLocks noGrp="1" noRot="1" noChangeAspect="1" noChangeArrowheads="1" noTextEdit="1"/>
          </p:cNvSpPr>
          <p:nvPr>
            <p:ph type="sldImg"/>
          </p:nvPr>
        </p:nvSpPr>
        <p:spPr>
          <a:xfrm>
            <a:off x="457200" y="720725"/>
            <a:ext cx="6400800" cy="3600450"/>
          </a:xfrm>
          <a:ln/>
        </p:spPr>
      </p:sp>
      <p:sp>
        <p:nvSpPr>
          <p:cNvPr id="859139" name="Rectangle 3"/>
          <p:cNvSpPr>
            <a:spLocks noGrp="1" noChangeArrowheads="1"/>
          </p:cNvSpPr>
          <p:nvPr>
            <p:ph type="body" idx="1"/>
          </p:nvPr>
        </p:nvSpPr>
        <p:spPr/>
        <p:txBody>
          <a:bodyPr/>
          <a:lstStyle/>
          <a:p>
            <a:endParaRPr lang="en-GB" dirty="0"/>
          </a:p>
        </p:txBody>
      </p:sp>
    </p:spTree>
    <p:extLst>
      <p:ext uri="{BB962C8B-B14F-4D97-AF65-F5344CB8AC3E}">
        <p14:creationId xmlns:p14="http://schemas.microsoft.com/office/powerpoint/2010/main" val="1326566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3663D0-D604-46D0-B5FD-662BE0397D7E}" type="slidenum">
              <a:rPr lang="en-US">
                <a:solidFill>
                  <a:prstClr val="black"/>
                </a:solidFill>
              </a:rPr>
              <a:pPr/>
              <a:t>13</a:t>
            </a:fld>
            <a:endParaRPr lang="en-US" dirty="0">
              <a:solidFill>
                <a:prstClr val="black"/>
              </a:solidFill>
            </a:endParaRPr>
          </a:p>
        </p:txBody>
      </p:sp>
      <p:sp>
        <p:nvSpPr>
          <p:cNvPr id="859138" name="Rectangle 2"/>
          <p:cNvSpPr>
            <a:spLocks noGrp="1" noRot="1" noChangeAspect="1" noChangeArrowheads="1" noTextEdit="1"/>
          </p:cNvSpPr>
          <p:nvPr>
            <p:ph type="sldImg"/>
          </p:nvPr>
        </p:nvSpPr>
        <p:spPr>
          <a:xfrm>
            <a:off x="457200" y="720725"/>
            <a:ext cx="6400800" cy="3600450"/>
          </a:xfrm>
          <a:ln/>
        </p:spPr>
      </p:sp>
      <p:sp>
        <p:nvSpPr>
          <p:cNvPr id="859139" name="Rectangle 3"/>
          <p:cNvSpPr>
            <a:spLocks noGrp="1" noChangeArrowheads="1"/>
          </p:cNvSpPr>
          <p:nvPr>
            <p:ph type="body" idx="1"/>
          </p:nvPr>
        </p:nvSpPr>
        <p:spPr/>
        <p:txBody>
          <a:bodyPr/>
          <a:lstStyle/>
          <a:p>
            <a:endParaRPr lang="en-GB" dirty="0"/>
          </a:p>
        </p:txBody>
      </p:sp>
    </p:spTree>
    <p:extLst>
      <p:ext uri="{BB962C8B-B14F-4D97-AF65-F5344CB8AC3E}">
        <p14:creationId xmlns:p14="http://schemas.microsoft.com/office/powerpoint/2010/main" val="15725935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CDE6F-B8A6-23D7-1596-D6EE91EF53EE}"/>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11B57A36-179C-4F35-BA88-8CAD3F1A7473}"/>
              </a:ext>
            </a:extLst>
          </p:cNvPr>
          <p:cNvSpPr>
            <a:spLocks noGrp="1" noChangeArrowheads="1"/>
          </p:cNvSpPr>
          <p:nvPr>
            <p:ph type="sldNum" sz="quarter" idx="5"/>
          </p:nvPr>
        </p:nvSpPr>
        <p:spPr>
          <a:ln/>
        </p:spPr>
        <p:txBody>
          <a:bodyPr/>
          <a:lstStyle/>
          <a:p>
            <a:fld id="{8D3663D0-D604-46D0-B5FD-662BE0397D7E}" type="slidenum">
              <a:rPr lang="en-US">
                <a:solidFill>
                  <a:prstClr val="black"/>
                </a:solidFill>
              </a:rPr>
              <a:pPr/>
              <a:t>18</a:t>
            </a:fld>
            <a:endParaRPr lang="en-US" dirty="0">
              <a:solidFill>
                <a:prstClr val="black"/>
              </a:solidFill>
            </a:endParaRPr>
          </a:p>
        </p:txBody>
      </p:sp>
      <p:sp>
        <p:nvSpPr>
          <p:cNvPr id="859138" name="Rectangle 2">
            <a:extLst>
              <a:ext uri="{FF2B5EF4-FFF2-40B4-BE49-F238E27FC236}">
                <a16:creationId xmlns:a16="http://schemas.microsoft.com/office/drawing/2014/main" id="{C05FA00C-DD47-3731-3FF1-5A4E7222974C}"/>
              </a:ext>
            </a:extLst>
          </p:cNvPr>
          <p:cNvSpPr>
            <a:spLocks noGrp="1" noRot="1" noChangeAspect="1" noChangeArrowheads="1" noTextEdit="1"/>
          </p:cNvSpPr>
          <p:nvPr>
            <p:ph type="sldImg"/>
          </p:nvPr>
        </p:nvSpPr>
        <p:spPr>
          <a:xfrm>
            <a:off x="457200" y="720725"/>
            <a:ext cx="6400800" cy="3600450"/>
          </a:xfrm>
          <a:ln/>
        </p:spPr>
      </p:sp>
      <p:sp>
        <p:nvSpPr>
          <p:cNvPr id="859139" name="Rectangle 3">
            <a:extLst>
              <a:ext uri="{FF2B5EF4-FFF2-40B4-BE49-F238E27FC236}">
                <a16:creationId xmlns:a16="http://schemas.microsoft.com/office/drawing/2014/main" id="{385BAB45-523C-736A-CAE2-74ED796C0C1A}"/>
              </a:ext>
            </a:extLst>
          </p:cNvPr>
          <p:cNvSpPr>
            <a:spLocks noGrp="1" noChangeArrowheads="1"/>
          </p:cNvSpPr>
          <p:nvPr>
            <p:ph type="body" idx="1"/>
          </p:nvPr>
        </p:nvSpPr>
        <p:spPr/>
        <p:txBody>
          <a:bodyPr/>
          <a:lstStyle/>
          <a:p>
            <a:endParaRPr lang="en-GB" dirty="0"/>
          </a:p>
        </p:txBody>
      </p:sp>
    </p:spTree>
    <p:extLst>
      <p:ext uri="{BB962C8B-B14F-4D97-AF65-F5344CB8AC3E}">
        <p14:creationId xmlns:p14="http://schemas.microsoft.com/office/powerpoint/2010/main" val="17761351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7ACE7-CC7A-2E43-4A4D-8DA4431A6D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26F1EDF-CA44-D262-BA53-0A0AB339E5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33474CD-9E0A-8264-72FB-C848A6C0A56A}"/>
              </a:ext>
            </a:extLst>
          </p:cNvPr>
          <p:cNvSpPr>
            <a:spLocks noGrp="1"/>
          </p:cNvSpPr>
          <p:nvPr>
            <p:ph type="dt" sz="half" idx="10"/>
          </p:nvPr>
        </p:nvSpPr>
        <p:spPr/>
        <p:txBody>
          <a:bodyPr/>
          <a:lstStyle/>
          <a:p>
            <a:fld id="{1853744D-D8D3-4F70-AA0F-251A0B695658}" type="datetimeFigureOut">
              <a:rPr lang="en-IN" smtClean="0"/>
              <a:t>30-07-2025</a:t>
            </a:fld>
            <a:endParaRPr lang="en-IN"/>
          </a:p>
        </p:txBody>
      </p:sp>
      <p:sp>
        <p:nvSpPr>
          <p:cNvPr id="5" name="Footer Placeholder 4">
            <a:extLst>
              <a:ext uri="{FF2B5EF4-FFF2-40B4-BE49-F238E27FC236}">
                <a16:creationId xmlns:a16="http://schemas.microsoft.com/office/drawing/2014/main" id="{0EC4F92B-8066-79F9-96AB-2605E81319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8D2F19-3B5B-7E6A-3561-5A2598568DD6}"/>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2535448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8A3AA-DE9B-6EF1-EBEA-62C3716C2E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BCE828-56E3-B9E9-4A63-0A5DB21D93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5F2279-C03E-0BE6-0DB9-59C6D716972B}"/>
              </a:ext>
            </a:extLst>
          </p:cNvPr>
          <p:cNvSpPr>
            <a:spLocks noGrp="1"/>
          </p:cNvSpPr>
          <p:nvPr>
            <p:ph type="dt" sz="half" idx="10"/>
          </p:nvPr>
        </p:nvSpPr>
        <p:spPr/>
        <p:txBody>
          <a:bodyPr/>
          <a:lstStyle/>
          <a:p>
            <a:fld id="{1853744D-D8D3-4F70-AA0F-251A0B695658}" type="datetimeFigureOut">
              <a:rPr lang="en-IN" smtClean="0"/>
              <a:t>30-07-2025</a:t>
            </a:fld>
            <a:endParaRPr lang="en-IN"/>
          </a:p>
        </p:txBody>
      </p:sp>
      <p:sp>
        <p:nvSpPr>
          <p:cNvPr id="5" name="Footer Placeholder 4">
            <a:extLst>
              <a:ext uri="{FF2B5EF4-FFF2-40B4-BE49-F238E27FC236}">
                <a16:creationId xmlns:a16="http://schemas.microsoft.com/office/drawing/2014/main" id="{ABDC50A9-3172-4FE3-00BE-EEA4C0F84D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D58F0D-E7E1-0670-0C5E-6E693896A3BC}"/>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3102959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D9168-E0D7-10F4-A98F-0D4373CA62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5C4B11F-B400-FF45-7772-714E59E00E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EB931F-8AAF-2D9A-D884-2BAA1E049971}"/>
              </a:ext>
            </a:extLst>
          </p:cNvPr>
          <p:cNvSpPr>
            <a:spLocks noGrp="1"/>
          </p:cNvSpPr>
          <p:nvPr>
            <p:ph type="dt" sz="half" idx="10"/>
          </p:nvPr>
        </p:nvSpPr>
        <p:spPr/>
        <p:txBody>
          <a:bodyPr/>
          <a:lstStyle/>
          <a:p>
            <a:fld id="{1853744D-D8D3-4F70-AA0F-251A0B695658}" type="datetimeFigureOut">
              <a:rPr lang="en-IN" smtClean="0"/>
              <a:t>30-07-2025</a:t>
            </a:fld>
            <a:endParaRPr lang="en-IN"/>
          </a:p>
        </p:txBody>
      </p:sp>
      <p:sp>
        <p:nvSpPr>
          <p:cNvPr id="5" name="Footer Placeholder 4">
            <a:extLst>
              <a:ext uri="{FF2B5EF4-FFF2-40B4-BE49-F238E27FC236}">
                <a16:creationId xmlns:a16="http://schemas.microsoft.com/office/drawing/2014/main" id="{1403FC13-33CC-0150-28B6-0AF7F52F6F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71FF4F-39C1-8420-50E6-A3FBAEAAE567}"/>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3551443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1CBC6-D4CB-EE9F-FC7B-0C869F67D6C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C7B91D1-BCAA-686F-8A62-F460BA2AD1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808B22-F175-4DDE-CD87-0F45225B88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6AA95F4-EDF3-2950-B2F0-D3C6CD690B01}"/>
              </a:ext>
            </a:extLst>
          </p:cNvPr>
          <p:cNvSpPr>
            <a:spLocks noGrp="1"/>
          </p:cNvSpPr>
          <p:nvPr>
            <p:ph type="dt" sz="half" idx="10"/>
          </p:nvPr>
        </p:nvSpPr>
        <p:spPr/>
        <p:txBody>
          <a:bodyPr/>
          <a:lstStyle/>
          <a:p>
            <a:fld id="{1853744D-D8D3-4F70-AA0F-251A0B695658}" type="datetimeFigureOut">
              <a:rPr lang="en-IN" smtClean="0"/>
              <a:t>30-07-2025</a:t>
            </a:fld>
            <a:endParaRPr lang="en-IN"/>
          </a:p>
        </p:txBody>
      </p:sp>
      <p:sp>
        <p:nvSpPr>
          <p:cNvPr id="6" name="Footer Placeholder 5">
            <a:extLst>
              <a:ext uri="{FF2B5EF4-FFF2-40B4-BE49-F238E27FC236}">
                <a16:creationId xmlns:a16="http://schemas.microsoft.com/office/drawing/2014/main" id="{CF29DD72-53AC-A6C6-D0C8-EE060DEA7F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8DC9BE-AF48-EF7C-BA99-D256052C5D5B}"/>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2279413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54816-7587-8E24-A9C4-82AF0399E1A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C2BB603-C7D9-766F-09DF-0BA2B7A482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4DA42D-A7C9-4577-62B8-71AB3653DC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05061E0-D344-A074-E5BC-28CCADD257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DAE14B-07B2-7EB8-6CA8-D5DDBBDFB3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6215A4-D900-29F5-1C23-046BBEEC612F}"/>
              </a:ext>
            </a:extLst>
          </p:cNvPr>
          <p:cNvSpPr>
            <a:spLocks noGrp="1"/>
          </p:cNvSpPr>
          <p:nvPr>
            <p:ph type="dt" sz="half" idx="10"/>
          </p:nvPr>
        </p:nvSpPr>
        <p:spPr/>
        <p:txBody>
          <a:bodyPr/>
          <a:lstStyle/>
          <a:p>
            <a:fld id="{1853744D-D8D3-4F70-AA0F-251A0B695658}" type="datetimeFigureOut">
              <a:rPr lang="en-IN" smtClean="0"/>
              <a:t>30-07-2025</a:t>
            </a:fld>
            <a:endParaRPr lang="en-IN"/>
          </a:p>
        </p:txBody>
      </p:sp>
      <p:sp>
        <p:nvSpPr>
          <p:cNvPr id="8" name="Footer Placeholder 7">
            <a:extLst>
              <a:ext uri="{FF2B5EF4-FFF2-40B4-BE49-F238E27FC236}">
                <a16:creationId xmlns:a16="http://schemas.microsoft.com/office/drawing/2014/main" id="{12A36DBB-E4CF-E5CC-E527-FEDD8113B93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1B99CDD-3842-5EB2-C7EE-D16CE1FFC25D}"/>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1068122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6B5EE-DED5-E8C5-139A-6189E123C8F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A1DE400-5CD4-5C93-1042-6EA30C89F832}"/>
              </a:ext>
            </a:extLst>
          </p:cNvPr>
          <p:cNvSpPr>
            <a:spLocks noGrp="1"/>
          </p:cNvSpPr>
          <p:nvPr>
            <p:ph type="dt" sz="half" idx="10"/>
          </p:nvPr>
        </p:nvSpPr>
        <p:spPr/>
        <p:txBody>
          <a:bodyPr/>
          <a:lstStyle/>
          <a:p>
            <a:fld id="{1853744D-D8D3-4F70-AA0F-251A0B695658}" type="datetimeFigureOut">
              <a:rPr lang="en-IN" smtClean="0"/>
              <a:t>30-07-2025</a:t>
            </a:fld>
            <a:endParaRPr lang="en-IN"/>
          </a:p>
        </p:txBody>
      </p:sp>
      <p:sp>
        <p:nvSpPr>
          <p:cNvPr id="4" name="Footer Placeholder 3">
            <a:extLst>
              <a:ext uri="{FF2B5EF4-FFF2-40B4-BE49-F238E27FC236}">
                <a16:creationId xmlns:a16="http://schemas.microsoft.com/office/drawing/2014/main" id="{961BC80A-76EA-C557-AD7F-9EF0E40E88D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87471C0-0E22-DE01-7A4A-624B007FB963}"/>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1082092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C860AA-C15F-6469-355F-F38A08436586}"/>
              </a:ext>
            </a:extLst>
          </p:cNvPr>
          <p:cNvSpPr>
            <a:spLocks noGrp="1"/>
          </p:cNvSpPr>
          <p:nvPr>
            <p:ph type="dt" sz="half" idx="10"/>
          </p:nvPr>
        </p:nvSpPr>
        <p:spPr/>
        <p:txBody>
          <a:bodyPr/>
          <a:lstStyle/>
          <a:p>
            <a:fld id="{1853744D-D8D3-4F70-AA0F-251A0B695658}" type="datetimeFigureOut">
              <a:rPr lang="en-IN" smtClean="0"/>
              <a:t>30-07-2025</a:t>
            </a:fld>
            <a:endParaRPr lang="en-IN"/>
          </a:p>
        </p:txBody>
      </p:sp>
      <p:sp>
        <p:nvSpPr>
          <p:cNvPr id="3" name="Footer Placeholder 2">
            <a:extLst>
              <a:ext uri="{FF2B5EF4-FFF2-40B4-BE49-F238E27FC236}">
                <a16:creationId xmlns:a16="http://schemas.microsoft.com/office/drawing/2014/main" id="{D78BDB66-1F08-FE10-67B8-BA2234A14B9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3F1B9F4-EA52-3E9A-CBC3-A08EC0B93194}"/>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244186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973F1-CB34-7EEF-FDD0-0676A4589C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D4856AF-0511-F0FA-981D-1745DBDEA5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B744591-90D4-F103-23C5-72C1E63396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D98B97-046F-5820-AA3E-CE17ABCFBCAB}"/>
              </a:ext>
            </a:extLst>
          </p:cNvPr>
          <p:cNvSpPr>
            <a:spLocks noGrp="1"/>
          </p:cNvSpPr>
          <p:nvPr>
            <p:ph type="dt" sz="half" idx="10"/>
          </p:nvPr>
        </p:nvSpPr>
        <p:spPr/>
        <p:txBody>
          <a:bodyPr/>
          <a:lstStyle/>
          <a:p>
            <a:fld id="{1853744D-D8D3-4F70-AA0F-251A0B695658}" type="datetimeFigureOut">
              <a:rPr lang="en-IN" smtClean="0"/>
              <a:t>30-07-2025</a:t>
            </a:fld>
            <a:endParaRPr lang="en-IN"/>
          </a:p>
        </p:txBody>
      </p:sp>
      <p:sp>
        <p:nvSpPr>
          <p:cNvPr id="6" name="Footer Placeholder 5">
            <a:extLst>
              <a:ext uri="{FF2B5EF4-FFF2-40B4-BE49-F238E27FC236}">
                <a16:creationId xmlns:a16="http://schemas.microsoft.com/office/drawing/2014/main" id="{CCCE7702-887B-AB9F-BADF-70D0EAB35F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BEDD73-AD4E-75A7-5A4F-4CBC8D3B72EC}"/>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2019242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6A67B-D11B-95AC-3635-51FA32EBB4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B0C3C44-2C7C-4126-794C-D57608AE99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526348E-90C4-C93E-43DF-DCE31764D5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250050-3E3C-06C0-3E05-F4086C12319D}"/>
              </a:ext>
            </a:extLst>
          </p:cNvPr>
          <p:cNvSpPr>
            <a:spLocks noGrp="1"/>
          </p:cNvSpPr>
          <p:nvPr>
            <p:ph type="dt" sz="half" idx="10"/>
          </p:nvPr>
        </p:nvSpPr>
        <p:spPr/>
        <p:txBody>
          <a:bodyPr/>
          <a:lstStyle/>
          <a:p>
            <a:fld id="{1853744D-D8D3-4F70-AA0F-251A0B695658}" type="datetimeFigureOut">
              <a:rPr lang="en-IN" smtClean="0"/>
              <a:t>30-07-2025</a:t>
            </a:fld>
            <a:endParaRPr lang="en-IN"/>
          </a:p>
        </p:txBody>
      </p:sp>
      <p:sp>
        <p:nvSpPr>
          <p:cNvPr id="6" name="Footer Placeholder 5">
            <a:extLst>
              <a:ext uri="{FF2B5EF4-FFF2-40B4-BE49-F238E27FC236}">
                <a16:creationId xmlns:a16="http://schemas.microsoft.com/office/drawing/2014/main" id="{1640572E-0068-53D6-4D05-6CD15199B0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6051C4-B060-2CF5-17CE-B159E8B2BE94}"/>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3571196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B18AB-3388-B87D-F6DA-DD30EFCD829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BFB7017-E9D9-C946-72A7-60620324D5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485123-717D-2BEB-0164-6D33A30B0C44}"/>
              </a:ext>
            </a:extLst>
          </p:cNvPr>
          <p:cNvSpPr>
            <a:spLocks noGrp="1"/>
          </p:cNvSpPr>
          <p:nvPr>
            <p:ph type="dt" sz="half" idx="10"/>
          </p:nvPr>
        </p:nvSpPr>
        <p:spPr/>
        <p:txBody>
          <a:bodyPr/>
          <a:lstStyle/>
          <a:p>
            <a:fld id="{1853744D-D8D3-4F70-AA0F-251A0B695658}" type="datetimeFigureOut">
              <a:rPr lang="en-IN" smtClean="0"/>
              <a:t>30-07-2025</a:t>
            </a:fld>
            <a:endParaRPr lang="en-IN"/>
          </a:p>
        </p:txBody>
      </p:sp>
      <p:sp>
        <p:nvSpPr>
          <p:cNvPr id="5" name="Footer Placeholder 4">
            <a:extLst>
              <a:ext uri="{FF2B5EF4-FFF2-40B4-BE49-F238E27FC236}">
                <a16:creationId xmlns:a16="http://schemas.microsoft.com/office/drawing/2014/main" id="{DEBCF351-D03E-C0F6-147D-DBC88C0AF3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9AC014-7227-73A3-A7B3-1BFFC724C178}"/>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2232147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895860-4339-19EE-EB0F-5FA53A97569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DCB5261-0C9C-D66B-1F67-FEB9A7D9F1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223661-0968-7687-7036-A06950652D37}"/>
              </a:ext>
            </a:extLst>
          </p:cNvPr>
          <p:cNvSpPr>
            <a:spLocks noGrp="1"/>
          </p:cNvSpPr>
          <p:nvPr>
            <p:ph type="dt" sz="half" idx="10"/>
          </p:nvPr>
        </p:nvSpPr>
        <p:spPr/>
        <p:txBody>
          <a:bodyPr/>
          <a:lstStyle/>
          <a:p>
            <a:fld id="{1853744D-D8D3-4F70-AA0F-251A0B695658}" type="datetimeFigureOut">
              <a:rPr lang="en-IN" smtClean="0"/>
              <a:t>30-07-2025</a:t>
            </a:fld>
            <a:endParaRPr lang="en-IN"/>
          </a:p>
        </p:txBody>
      </p:sp>
      <p:sp>
        <p:nvSpPr>
          <p:cNvPr id="5" name="Footer Placeholder 4">
            <a:extLst>
              <a:ext uri="{FF2B5EF4-FFF2-40B4-BE49-F238E27FC236}">
                <a16:creationId xmlns:a16="http://schemas.microsoft.com/office/drawing/2014/main" id="{E47D56EC-65B3-A75A-F279-5E488A4FFF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E85822-B503-E5EF-0B40-4DDEB6D338D3}"/>
              </a:ext>
            </a:extLst>
          </p:cNvPr>
          <p:cNvSpPr>
            <a:spLocks noGrp="1"/>
          </p:cNvSpPr>
          <p:nvPr>
            <p:ph type="sldNum" sz="quarter" idx="12"/>
          </p:nvPr>
        </p:nvSpPr>
        <p:spPr/>
        <p:txBody>
          <a:bodyPr/>
          <a:lstStyle/>
          <a:p>
            <a:fld id="{3F5227EC-083E-4180-8DFD-1FF9FB39E98F}" type="slidenum">
              <a:rPr lang="en-IN" smtClean="0"/>
              <a:t>‹#›</a:t>
            </a:fld>
            <a:endParaRPr lang="en-IN"/>
          </a:p>
        </p:txBody>
      </p:sp>
    </p:spTree>
    <p:extLst>
      <p:ext uri="{BB962C8B-B14F-4D97-AF65-F5344CB8AC3E}">
        <p14:creationId xmlns:p14="http://schemas.microsoft.com/office/powerpoint/2010/main" val="2053376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Header, Sub-header &amp; body copy WHITE">
    <p:spTree>
      <p:nvGrpSpPr>
        <p:cNvPr id="1" name="Shape 35"/>
        <p:cNvGrpSpPr/>
        <p:nvPr/>
      </p:nvGrpSpPr>
      <p:grpSpPr>
        <a:xfrm>
          <a:off x="0" y="0"/>
          <a:ext cx="0" cy="0"/>
          <a:chOff x="0" y="0"/>
          <a:chExt cx="0" cy="0"/>
        </a:xfrm>
      </p:grpSpPr>
      <p:sp>
        <p:nvSpPr>
          <p:cNvPr id="36" name="Shape 36"/>
          <p:cNvSpPr txBox="1">
            <a:spLocks noGrp="1"/>
          </p:cNvSpPr>
          <p:nvPr>
            <p:ph type="title"/>
          </p:nvPr>
        </p:nvSpPr>
        <p:spPr>
          <a:xfrm>
            <a:off x="378883" y="139824"/>
            <a:ext cx="11228799" cy="1143200"/>
          </a:xfrm>
          <a:prstGeom prst="rect">
            <a:avLst/>
          </a:prstGeom>
          <a:noFill/>
          <a:ln>
            <a:noFill/>
          </a:ln>
        </p:spPr>
        <p:txBody>
          <a:bodyPr/>
          <a:lstStyle>
            <a:lvl1pPr lvl="0" algn="l" rtl="0">
              <a:spcBef>
                <a:spcPts val="0"/>
              </a:spcBef>
              <a:buClr>
                <a:srgbClr val="CE0B10"/>
              </a:buClr>
              <a:buSzPct val="100000"/>
              <a:buFont typeface="Tahoma"/>
              <a:buNone/>
              <a:defRPr sz="4533" b="0" i="0">
                <a:gradFill>
                  <a:gsLst>
                    <a:gs pos="70000">
                      <a:srgbClr val="A72879"/>
                    </a:gs>
                    <a:gs pos="26000">
                      <a:srgbClr val="E3000F"/>
                    </a:gs>
                    <a:gs pos="0">
                      <a:srgbClr val="F08300"/>
                    </a:gs>
                    <a:gs pos="100000">
                      <a:srgbClr val="064497"/>
                    </a:gs>
                  </a:gsLst>
                  <a:lin ang="0" scaled="0"/>
                </a:gradFill>
                <a:latin typeface="Sky Text" charset="0"/>
                <a:ea typeface="Sky Text" charset="0"/>
                <a:cs typeface="Sky Text" charset="0"/>
                <a:sym typeface="Tahoma"/>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dirty="0"/>
          </a:p>
        </p:txBody>
      </p:sp>
      <p:sp>
        <p:nvSpPr>
          <p:cNvPr id="9" name="Shape 190"/>
          <p:cNvSpPr txBox="1">
            <a:spLocks noGrp="1"/>
          </p:cNvSpPr>
          <p:nvPr>
            <p:ph type="body" idx="3"/>
          </p:nvPr>
        </p:nvSpPr>
        <p:spPr>
          <a:xfrm>
            <a:off x="379200" y="1708801"/>
            <a:ext cx="11277600" cy="4042833"/>
          </a:xfrm>
        </p:spPr>
        <p:txBody>
          <a:bodyPr>
            <a:noAutofit/>
          </a:bodyPr>
          <a:lstStyle>
            <a:lvl1pPr>
              <a:defRPr sz="1600" b="0" i="0">
                <a:solidFill>
                  <a:schemeClr val="bg1">
                    <a:lumMod val="50000"/>
                  </a:schemeClr>
                </a:solidFill>
                <a:latin typeface="Sky Text" charset="0"/>
                <a:ea typeface="Sky Text" charset="0"/>
                <a:cs typeface="Sky Text" charset="0"/>
              </a:defRPr>
            </a:lvl1pPr>
          </a:lstStyle>
          <a:p>
            <a:endParaRPr lang="en-US" dirty="0"/>
          </a:p>
        </p:txBody>
      </p:sp>
      <p:sp>
        <p:nvSpPr>
          <p:cNvPr id="17" name="Shape 61"/>
          <p:cNvSpPr txBox="1">
            <a:spLocks noGrp="1"/>
          </p:cNvSpPr>
          <p:nvPr>
            <p:ph type="body" idx="2"/>
          </p:nvPr>
        </p:nvSpPr>
        <p:spPr>
          <a:xfrm>
            <a:off x="379200" y="1171201"/>
            <a:ext cx="8902000" cy="692399"/>
          </a:xfrm>
          <a:prstGeom prst="rect">
            <a:avLst/>
          </a:prstGeom>
          <a:noFill/>
          <a:ln>
            <a:noFill/>
          </a:ln>
        </p:spPr>
        <p:txBody>
          <a:bodyPr/>
          <a:lstStyle>
            <a:lvl1pPr marL="0" lvl="0" indent="0" rtl="0">
              <a:lnSpc>
                <a:spcPct val="125000"/>
              </a:lnSpc>
              <a:spcBef>
                <a:spcPts val="0"/>
              </a:spcBef>
              <a:buClr>
                <a:srgbClr val="FFFFFF"/>
              </a:buClr>
              <a:buSzPct val="100000"/>
              <a:buNone/>
              <a:defRPr sz="1867" b="0" i="0">
                <a:solidFill>
                  <a:srgbClr val="000000"/>
                </a:solidFill>
                <a:latin typeface="Sky Text" charset="0"/>
                <a:ea typeface="Sky Text" charset="0"/>
                <a:cs typeface="Sky Text" charset="0"/>
                <a:sym typeface="Tahoma"/>
              </a:defRPr>
            </a:lvl1pPr>
            <a:lvl2pPr marL="609585" lvl="1" indent="0" rtl="0">
              <a:lnSpc>
                <a:spcPct val="100000"/>
              </a:lnSpc>
              <a:spcBef>
                <a:spcPts val="0"/>
              </a:spcBef>
              <a:buClr>
                <a:srgbClr val="FFFFFF"/>
              </a:buClr>
              <a:buSzPct val="100000"/>
              <a:buNone/>
              <a:defRPr sz="2667" b="1">
                <a:solidFill>
                  <a:srgbClr val="FFFFFF"/>
                </a:solidFill>
                <a:latin typeface="Tahoma"/>
                <a:ea typeface="Tahoma"/>
                <a:cs typeface="Tahoma"/>
                <a:sym typeface="Tahoma"/>
              </a:defRPr>
            </a:lvl2pPr>
            <a:lvl3pPr marL="1219170" lvl="2" indent="0" rtl="0">
              <a:lnSpc>
                <a:spcPct val="114285"/>
              </a:lnSpc>
              <a:spcBef>
                <a:spcPts val="0"/>
              </a:spcBef>
              <a:buClr>
                <a:srgbClr val="FFFFFF"/>
              </a:buClr>
              <a:buSzPct val="100000"/>
              <a:buNone/>
              <a:defRPr sz="2667" b="1">
                <a:solidFill>
                  <a:srgbClr val="FFFFFF"/>
                </a:solidFill>
                <a:latin typeface="Tahoma"/>
                <a:ea typeface="Tahoma"/>
                <a:cs typeface="Tahoma"/>
                <a:sym typeface="Tahoma"/>
              </a:defRPr>
            </a:lvl3pPr>
            <a:lvl4pPr marL="1828754" lvl="3" indent="0" rtl="0">
              <a:lnSpc>
                <a:spcPct val="133333"/>
              </a:lnSpc>
              <a:spcBef>
                <a:spcPts val="0"/>
              </a:spcBef>
              <a:buClr>
                <a:srgbClr val="FFFFFF"/>
              </a:buClr>
              <a:buSzPct val="100000"/>
              <a:buNone/>
              <a:defRPr sz="2667" b="1">
                <a:solidFill>
                  <a:srgbClr val="FFFFFF"/>
                </a:solidFill>
                <a:latin typeface="Tahoma"/>
                <a:ea typeface="Tahoma"/>
                <a:cs typeface="Tahoma"/>
                <a:sym typeface="Tahoma"/>
              </a:defRPr>
            </a:lvl4pPr>
            <a:lvl5pPr marL="2438339" lvl="4" indent="0" rtl="0">
              <a:lnSpc>
                <a:spcPct val="133333"/>
              </a:lnSpc>
              <a:spcBef>
                <a:spcPts val="0"/>
              </a:spcBef>
              <a:buClr>
                <a:srgbClr val="FFFFFF"/>
              </a:buClr>
              <a:buSzPct val="100000"/>
              <a:buNone/>
              <a:defRPr sz="2667" b="1">
                <a:solidFill>
                  <a:srgbClr val="FFFFFF"/>
                </a:solidFill>
                <a:latin typeface="Tahoma"/>
                <a:ea typeface="Tahoma"/>
                <a:cs typeface="Tahoma"/>
                <a:sym typeface="Tahoma"/>
              </a:defRPr>
            </a:lvl5pPr>
            <a:lvl6pPr lvl="5" rtl="0">
              <a:spcBef>
                <a:spcPts val="0"/>
              </a:spcBef>
              <a:buClr>
                <a:srgbClr val="FFFFFF"/>
              </a:buClr>
              <a:buSzPct val="100000"/>
              <a:buFont typeface="Tahoma"/>
              <a:defRPr sz="2667" b="1">
                <a:solidFill>
                  <a:srgbClr val="FFFFFF"/>
                </a:solidFill>
                <a:latin typeface="Tahoma"/>
                <a:ea typeface="Tahoma"/>
                <a:cs typeface="Tahoma"/>
                <a:sym typeface="Tahoma"/>
              </a:defRPr>
            </a:lvl6pPr>
            <a:lvl7pPr lvl="6" rtl="0">
              <a:spcBef>
                <a:spcPts val="0"/>
              </a:spcBef>
              <a:buClr>
                <a:srgbClr val="FFFFFF"/>
              </a:buClr>
              <a:buSzPct val="100000"/>
              <a:buFont typeface="Tahoma"/>
              <a:defRPr sz="2667" b="1">
                <a:solidFill>
                  <a:srgbClr val="FFFFFF"/>
                </a:solidFill>
                <a:latin typeface="Tahoma"/>
                <a:ea typeface="Tahoma"/>
                <a:cs typeface="Tahoma"/>
                <a:sym typeface="Tahoma"/>
              </a:defRPr>
            </a:lvl7pPr>
            <a:lvl8pPr lvl="7" rtl="0">
              <a:spcBef>
                <a:spcPts val="0"/>
              </a:spcBef>
              <a:buClr>
                <a:srgbClr val="FFFFFF"/>
              </a:buClr>
              <a:buSzPct val="100000"/>
              <a:buFont typeface="Tahoma"/>
              <a:defRPr sz="2667" b="1">
                <a:solidFill>
                  <a:srgbClr val="FFFFFF"/>
                </a:solidFill>
                <a:latin typeface="Tahoma"/>
                <a:ea typeface="Tahoma"/>
                <a:cs typeface="Tahoma"/>
                <a:sym typeface="Tahoma"/>
              </a:defRPr>
            </a:lvl8pPr>
            <a:lvl9pPr lvl="8" rtl="0">
              <a:spcBef>
                <a:spcPts val="0"/>
              </a:spcBef>
              <a:buClr>
                <a:srgbClr val="FFFFFF"/>
              </a:buClr>
              <a:buSzPct val="100000"/>
              <a:buFont typeface="Tahoma"/>
              <a:defRPr sz="2667" b="1">
                <a:solidFill>
                  <a:srgbClr val="FFFFFF"/>
                </a:solidFill>
                <a:latin typeface="Tahoma"/>
                <a:ea typeface="Tahoma"/>
                <a:cs typeface="Tahoma"/>
                <a:sym typeface="Tahoma"/>
              </a:defRPr>
            </a:lvl9pPr>
          </a:lstStyle>
          <a:p>
            <a:endParaRPr dirty="0"/>
          </a:p>
        </p:txBody>
      </p:sp>
      <p:sp>
        <p:nvSpPr>
          <p:cNvPr id="20" name="Shape 45"/>
          <p:cNvSpPr txBox="1">
            <a:spLocks noGrp="1"/>
          </p:cNvSpPr>
          <p:nvPr>
            <p:ph type="sldNum" idx="10"/>
          </p:nvPr>
        </p:nvSpPr>
        <p:spPr>
          <a:xfrm>
            <a:off x="378883" y="6356351"/>
            <a:ext cx="2844800" cy="366183"/>
          </a:xfrm>
        </p:spPr>
        <p:txBody>
          <a:bodyPr/>
          <a:lstStyle>
            <a:lvl1pPr algn="l">
              <a:defRPr sz="1333" b="0" i="0" smtClean="0">
                <a:solidFill>
                  <a:schemeClr val="tx1"/>
                </a:solidFill>
                <a:latin typeface="Sky Text" charset="0"/>
                <a:ea typeface="Sky Text" charset="0"/>
                <a:cs typeface="Sky Text" charset="0"/>
              </a:defRPr>
            </a:lvl1pPr>
            <a:lvl2pPr lvl="1">
              <a:defRPr smtClean="0"/>
            </a:lvl2pPr>
            <a:lvl3pPr lvl="2">
              <a:defRPr smtClean="0"/>
            </a:lvl3pPr>
            <a:lvl4pPr lvl="3">
              <a:defRPr smtClean="0"/>
            </a:lvl4pPr>
            <a:lvl5pPr lvl="4">
              <a:defRPr smtClean="0"/>
            </a:lvl5pPr>
          </a:lstStyle>
          <a:p>
            <a:pPr>
              <a:defRPr/>
            </a:pPr>
            <a:fld id="{D3876D21-DC87-3F42-9AF0-FE122F184967}" type="slidenum">
              <a:rPr lang="en-US" altLang="en-US" smtClean="0"/>
              <a:pPr>
                <a:defRPr/>
              </a:pPr>
              <a:t>‹#›</a:t>
            </a:fld>
            <a:endParaRPr lang="en-US" altLang="en-US" dirty="0"/>
          </a:p>
        </p:txBody>
      </p:sp>
      <p:pic>
        <p:nvPicPr>
          <p:cNvPr id="7" name="Picture 6">
            <a:extLst>
              <a:ext uri="{FF2B5EF4-FFF2-40B4-BE49-F238E27FC236}">
                <a16:creationId xmlns:a16="http://schemas.microsoft.com/office/drawing/2014/main" id="{49416356-CE5E-43E0-B5AD-E01116253F42}"/>
              </a:ext>
            </a:extLst>
          </p:cNvPr>
          <p:cNvPicPr>
            <a:picLocks noChangeAspect="1"/>
          </p:cNvPicPr>
          <p:nvPr userDrawn="1"/>
        </p:nvPicPr>
        <p:blipFill>
          <a:blip r:embed="rId2"/>
          <a:stretch>
            <a:fillRect/>
          </a:stretch>
        </p:blipFill>
        <p:spPr>
          <a:xfrm>
            <a:off x="9281201" y="6290616"/>
            <a:ext cx="2481268" cy="291409"/>
          </a:xfrm>
          <a:prstGeom prst="rect">
            <a:avLst/>
          </a:prstGeom>
        </p:spPr>
      </p:pic>
    </p:spTree>
    <p:extLst>
      <p:ext uri="{BB962C8B-B14F-4D97-AF65-F5344CB8AC3E}">
        <p14:creationId xmlns:p14="http://schemas.microsoft.com/office/powerpoint/2010/main" val="168310665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Header Slide RED">
    <p:bg>
      <p:bgPr>
        <a:gradFill>
          <a:gsLst>
            <a:gs pos="70000">
              <a:srgbClr val="A72879"/>
            </a:gs>
            <a:gs pos="26000">
              <a:srgbClr val="E3000F"/>
            </a:gs>
            <a:gs pos="0">
              <a:srgbClr val="F08300"/>
            </a:gs>
            <a:gs pos="100000">
              <a:srgbClr val="064497"/>
            </a:gs>
          </a:gsLst>
          <a:lin ang="0" scaled="0"/>
        </a:gradFill>
        <a:effectLst/>
      </p:bgPr>
    </p:bg>
    <p:spTree>
      <p:nvGrpSpPr>
        <p:cNvPr id="1" name="Shape 13"/>
        <p:cNvGrpSpPr/>
        <p:nvPr/>
      </p:nvGrpSpPr>
      <p:grpSpPr>
        <a:xfrm>
          <a:off x="0" y="0"/>
          <a:ext cx="0" cy="0"/>
          <a:chOff x="0" y="0"/>
          <a:chExt cx="0" cy="0"/>
        </a:xfrm>
      </p:grpSpPr>
      <p:sp>
        <p:nvSpPr>
          <p:cNvPr id="12" name="Text Placeholder 18"/>
          <p:cNvSpPr>
            <a:spLocks noGrp="1"/>
          </p:cNvSpPr>
          <p:nvPr>
            <p:ph type="body" sz="quarter" idx="10" hasCustomPrompt="1"/>
          </p:nvPr>
        </p:nvSpPr>
        <p:spPr>
          <a:xfrm>
            <a:off x="2301395" y="4096382"/>
            <a:ext cx="7685616" cy="1271485"/>
          </a:xfrm>
        </p:spPr>
        <p:txBody>
          <a:bodyPr anchor="t" anchorCtr="0"/>
          <a:lstStyle>
            <a:lvl1pPr algn="ctr">
              <a:defRPr sz="2667" b="0" i="0">
                <a:solidFill>
                  <a:schemeClr val="bg1"/>
                </a:solidFill>
                <a:latin typeface="Sky Text" charset="0"/>
                <a:ea typeface="Sky Text" charset="0"/>
                <a:cs typeface="Sky Text" charset="0"/>
              </a:defRPr>
            </a:lvl1pPr>
          </a:lstStyle>
          <a:p>
            <a:pPr lvl="0"/>
            <a:r>
              <a:rPr lang="en-US" dirty="0"/>
              <a:t>Click to add sub-title</a:t>
            </a:r>
          </a:p>
        </p:txBody>
      </p:sp>
      <p:sp>
        <p:nvSpPr>
          <p:cNvPr id="13" name="Shape 15"/>
          <p:cNvSpPr txBox="1">
            <a:spLocks noGrp="1"/>
          </p:cNvSpPr>
          <p:nvPr>
            <p:ph type="ctrTitle"/>
          </p:nvPr>
        </p:nvSpPr>
        <p:spPr>
          <a:xfrm>
            <a:off x="2300613" y="2737715"/>
            <a:ext cx="7686399" cy="1358667"/>
          </a:xfrm>
          <a:prstGeom prst="rect">
            <a:avLst/>
          </a:prstGeom>
          <a:noFill/>
          <a:ln>
            <a:noFill/>
          </a:ln>
        </p:spPr>
        <p:txBody>
          <a:bodyPr anchor="ctr"/>
          <a:lstStyle>
            <a:lvl1pPr marL="0" marR="0" lvl="0" indent="0" algn="ctr" rtl="0">
              <a:spcBef>
                <a:spcPts val="0"/>
              </a:spcBef>
              <a:buClr>
                <a:srgbClr val="FFFFFF"/>
              </a:buClr>
              <a:buSzPct val="100000"/>
              <a:buFont typeface="Arial"/>
              <a:buNone/>
              <a:defRPr sz="5333" b="0" i="0">
                <a:solidFill>
                  <a:srgbClr val="FFFFFF"/>
                </a:solidFill>
                <a:latin typeface="Sky Text" charset="0"/>
                <a:ea typeface="Sky Text" charset="0"/>
                <a:cs typeface="Sky Text" charset="0"/>
              </a:defRPr>
            </a:lvl1pPr>
            <a:lvl2pPr marL="0" marR="0" lvl="1" indent="0" algn="l" rtl="0">
              <a:spcBef>
                <a:spcPts val="0"/>
              </a:spcBef>
              <a:defRPr/>
            </a:lvl2pPr>
            <a:lvl3pPr marL="0" marR="0" lvl="2" indent="0" algn="l" rtl="0">
              <a:spcBef>
                <a:spcPts val="0"/>
              </a:spcBef>
              <a:defRPr/>
            </a:lvl3pPr>
            <a:lvl4pPr marL="0" marR="0" lvl="3" indent="0" algn="l" rtl="0">
              <a:spcBef>
                <a:spcPts val="0"/>
              </a:spcBef>
              <a:defRPr/>
            </a:lvl4pPr>
            <a:lvl5pPr marL="0" marR="0" lvl="4" indent="0" algn="l" rtl="0">
              <a:spcBef>
                <a:spcPts val="0"/>
              </a:spcBef>
              <a:defRPr/>
            </a:lvl5pPr>
            <a:lvl6pPr marL="0" marR="0" lvl="5" indent="0" algn="l" rtl="0">
              <a:spcBef>
                <a:spcPts val="0"/>
              </a:spcBef>
              <a:defRPr/>
            </a:lvl6pPr>
            <a:lvl7pPr marL="0" marR="0" lvl="6" indent="0" algn="l" rtl="0">
              <a:spcBef>
                <a:spcPts val="0"/>
              </a:spcBef>
              <a:defRPr/>
            </a:lvl7pPr>
            <a:lvl8pPr marL="0" marR="0" lvl="7" indent="0" algn="l" rtl="0">
              <a:spcBef>
                <a:spcPts val="0"/>
              </a:spcBef>
              <a:defRPr/>
            </a:lvl8pPr>
            <a:lvl9pPr marL="0" marR="0" lvl="8" indent="0" algn="l" rtl="0">
              <a:spcBef>
                <a:spcPts val="0"/>
              </a:spcBef>
              <a:defRPr/>
            </a:lvl9pPr>
          </a:lstStyle>
          <a:p>
            <a:endParaRPr dirty="0"/>
          </a:p>
        </p:txBody>
      </p:sp>
    </p:spTree>
    <p:extLst>
      <p:ext uri="{BB962C8B-B14F-4D97-AF65-F5344CB8AC3E}">
        <p14:creationId xmlns:p14="http://schemas.microsoft.com/office/powerpoint/2010/main" val="1179161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1BA70C-74FA-53D1-7A09-B1E18709C4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78CC0B9-AFF2-20E2-0A5E-CC379F85E0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B55D97-1284-5C0E-6B48-39DDD713FA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53744D-D8D3-4F70-AA0F-251A0B695658}" type="datetimeFigureOut">
              <a:rPr lang="en-IN" smtClean="0"/>
              <a:t>30-07-2025</a:t>
            </a:fld>
            <a:endParaRPr lang="en-IN"/>
          </a:p>
        </p:txBody>
      </p:sp>
      <p:sp>
        <p:nvSpPr>
          <p:cNvPr id="5" name="Footer Placeholder 4">
            <a:extLst>
              <a:ext uri="{FF2B5EF4-FFF2-40B4-BE49-F238E27FC236}">
                <a16:creationId xmlns:a16="http://schemas.microsoft.com/office/drawing/2014/main" id="{D08AB008-70EA-F468-0A9D-EB7A95B872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95EE6F0-FF87-93C8-350F-E06BB8B1FE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5227EC-083E-4180-8DFD-1FF9FB39E98F}" type="slidenum">
              <a:rPr lang="en-IN" smtClean="0"/>
              <a:t>‹#›</a:t>
            </a:fld>
            <a:endParaRPr lang="en-IN"/>
          </a:p>
        </p:txBody>
      </p:sp>
    </p:spTree>
    <p:extLst>
      <p:ext uri="{BB962C8B-B14F-4D97-AF65-F5344CB8AC3E}">
        <p14:creationId xmlns:p14="http://schemas.microsoft.com/office/powerpoint/2010/main" val="6078335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customXml" Target="../ink/ink1.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60.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6.png"/><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68692E7-01A4-4B4C-9F2E-4444DE26E42D}"/>
              </a:ext>
            </a:extLst>
          </p:cNvPr>
          <p:cNvSpPr txBox="1"/>
          <p:nvPr/>
        </p:nvSpPr>
        <p:spPr>
          <a:xfrm>
            <a:off x="2173569" y="1495265"/>
            <a:ext cx="7482060" cy="2226122"/>
          </a:xfrm>
          <a:prstGeom prst="rect">
            <a:avLst/>
          </a:prstGeom>
          <a:noFill/>
        </p:spPr>
        <p:txBody>
          <a:bodyPr wrap="square" rtlCol="0">
            <a:spAutoFit/>
          </a:bodyPr>
          <a:lstStyle/>
          <a:p>
            <a:r>
              <a:rPr lang="en-US" sz="5333" dirty="0">
                <a:gradFill>
                  <a:gsLst>
                    <a:gs pos="70000">
                      <a:srgbClr val="A72879"/>
                    </a:gs>
                    <a:gs pos="26000">
                      <a:srgbClr val="E3000F"/>
                    </a:gs>
                    <a:gs pos="0">
                      <a:srgbClr val="F08300"/>
                    </a:gs>
                    <a:gs pos="100000">
                      <a:srgbClr val="064497"/>
                    </a:gs>
                  </a:gsLst>
                  <a:lin ang="0" scaled="0"/>
                </a:gradFill>
                <a:latin typeface="Sky Text" charset="0"/>
              </a:rPr>
              <a:t>New Probation Process</a:t>
            </a:r>
          </a:p>
          <a:p>
            <a:r>
              <a:rPr lang="en-US" sz="5333" dirty="0">
                <a:gradFill>
                  <a:gsLst>
                    <a:gs pos="70000">
                      <a:srgbClr val="A72879"/>
                    </a:gs>
                    <a:gs pos="26000">
                      <a:srgbClr val="E3000F"/>
                    </a:gs>
                    <a:gs pos="0">
                      <a:srgbClr val="F08300"/>
                    </a:gs>
                    <a:gs pos="100000">
                      <a:srgbClr val="064497"/>
                    </a:gs>
                  </a:gsLst>
                  <a:lin ang="0" scaled="0"/>
                </a:gradFill>
                <a:latin typeface="Sky Text" charset="0"/>
              </a:rPr>
              <a:t>In Redwood UI</a:t>
            </a:r>
          </a:p>
          <a:p>
            <a:pPr algn="ctr"/>
            <a:endParaRPr lang="en-US" sz="3200" dirty="0">
              <a:gradFill>
                <a:gsLst>
                  <a:gs pos="70000">
                    <a:srgbClr val="A72879"/>
                  </a:gs>
                  <a:gs pos="26000">
                    <a:srgbClr val="E3000F"/>
                  </a:gs>
                  <a:gs pos="0">
                    <a:srgbClr val="F08300"/>
                  </a:gs>
                  <a:gs pos="100000">
                    <a:srgbClr val="064497"/>
                  </a:gs>
                </a:gsLst>
                <a:lin ang="0" scaled="0"/>
              </a:gradFill>
              <a:latin typeface="Sky Text"/>
            </a:endParaRPr>
          </a:p>
        </p:txBody>
      </p:sp>
      <p:sp>
        <p:nvSpPr>
          <p:cNvPr id="2" name="Slide Number Placeholder 1">
            <a:extLst>
              <a:ext uri="{FF2B5EF4-FFF2-40B4-BE49-F238E27FC236}">
                <a16:creationId xmlns:a16="http://schemas.microsoft.com/office/drawing/2014/main" id="{C19D7979-B9ED-4344-9DD4-C6BE61D09415}"/>
              </a:ext>
            </a:extLst>
          </p:cNvPr>
          <p:cNvSpPr>
            <a:spLocks noGrp="1"/>
          </p:cNvSpPr>
          <p:nvPr>
            <p:ph type="sldNum" idx="10"/>
          </p:nvPr>
        </p:nvSpPr>
        <p:spPr/>
        <p:txBody>
          <a:bodyPr/>
          <a:lstStyle/>
          <a:p>
            <a:pPr>
              <a:defRPr/>
            </a:pPr>
            <a:fld id="{D3876D21-DC87-3F42-9AF0-FE122F184967}" type="slidenum">
              <a:rPr lang="en-US" altLang="en-US" smtClean="0"/>
              <a:pPr>
                <a:defRPr/>
              </a:pPr>
              <a:t>1</a:t>
            </a:fld>
            <a:endParaRPr lang="en-US" altLang="en-US" dirty="0"/>
          </a:p>
        </p:txBody>
      </p:sp>
    </p:spTree>
    <p:extLst>
      <p:ext uri="{BB962C8B-B14F-4D97-AF65-F5344CB8AC3E}">
        <p14:creationId xmlns:p14="http://schemas.microsoft.com/office/powerpoint/2010/main" val="19065203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C1B5E-0E06-E910-9693-1A7391CC9875}"/>
            </a:ext>
          </a:extLst>
        </p:cNvPr>
        <p:cNvGrpSpPr/>
        <p:nvPr/>
      </p:nvGrpSpPr>
      <p:grpSpPr>
        <a:xfrm>
          <a:off x="0" y="0"/>
          <a:ext cx="0" cy="0"/>
          <a:chOff x="0" y="0"/>
          <a:chExt cx="0" cy="0"/>
        </a:xfrm>
      </p:grpSpPr>
      <p:pic>
        <p:nvPicPr>
          <p:cNvPr id="858114" name="Picture 2" descr="14H00493">
            <a:extLst>
              <a:ext uri="{FF2B5EF4-FFF2-40B4-BE49-F238E27FC236}">
                <a16:creationId xmlns:a16="http://schemas.microsoft.com/office/drawing/2014/main" id="{6D9F1EF5-03D7-C578-096E-C0C69B0DB443}"/>
              </a:ext>
            </a:extLst>
          </p:cNvPr>
          <p:cNvPicPr>
            <a:picLocks noChangeAspect="1" noChangeArrowheads="1"/>
          </p:cNvPicPr>
          <p:nvPr/>
        </p:nvPicPr>
        <p:blipFill>
          <a:blip r:embed="rId3" cstate="print"/>
          <a:srcRect/>
          <a:stretch>
            <a:fillRect/>
          </a:stretch>
        </p:blipFill>
        <p:spPr bwMode="auto">
          <a:xfrm>
            <a:off x="0" y="0"/>
            <a:ext cx="12192000" cy="6858000"/>
          </a:xfrm>
          <a:prstGeom prst="rect">
            <a:avLst/>
          </a:prstGeom>
          <a:noFill/>
        </p:spPr>
      </p:pic>
      <p:sp>
        <p:nvSpPr>
          <p:cNvPr id="858115" name="Freeform 3">
            <a:extLst>
              <a:ext uri="{FF2B5EF4-FFF2-40B4-BE49-F238E27FC236}">
                <a16:creationId xmlns:a16="http://schemas.microsoft.com/office/drawing/2014/main" id="{8D5A19E6-A457-923C-9495-88869C88AB72}"/>
              </a:ext>
            </a:extLst>
          </p:cNvPr>
          <p:cNvSpPr>
            <a:spLocks/>
          </p:cNvSpPr>
          <p:nvPr/>
        </p:nvSpPr>
        <p:spPr bwMode="auto">
          <a:xfrm>
            <a:off x="1242557" y="3581403"/>
            <a:ext cx="7017588" cy="1246188"/>
          </a:xfrm>
          <a:custGeom>
            <a:avLst/>
            <a:gdLst/>
            <a:ahLst/>
            <a:cxnLst>
              <a:cxn ang="0">
                <a:pos x="4888" y="0"/>
              </a:cxn>
              <a:cxn ang="0">
                <a:pos x="0" y="1"/>
              </a:cxn>
              <a:cxn ang="0">
                <a:pos x="0" y="865"/>
              </a:cxn>
              <a:cxn ang="0">
                <a:pos x="4718" y="865"/>
              </a:cxn>
              <a:cxn ang="0">
                <a:pos x="4888" y="0"/>
              </a:cxn>
            </a:cxnLst>
            <a:rect l="0" t="0" r="r" b="b"/>
            <a:pathLst>
              <a:path w="4888" h="865">
                <a:moveTo>
                  <a:pt x="4888" y="0"/>
                </a:moveTo>
                <a:lnTo>
                  <a:pt x="0" y="1"/>
                </a:lnTo>
                <a:lnTo>
                  <a:pt x="0" y="865"/>
                </a:lnTo>
                <a:lnTo>
                  <a:pt x="4718" y="865"/>
                </a:lnTo>
                <a:lnTo>
                  <a:pt x="4888" y="0"/>
                </a:lnTo>
                <a:close/>
              </a:path>
            </a:pathLst>
          </a:custGeom>
          <a:solidFill>
            <a:schemeClr val="tx1"/>
          </a:solidFill>
          <a:ln w="9525">
            <a:noFill/>
            <a:round/>
            <a:headEnd/>
            <a:tailEnd/>
          </a:ln>
          <a:effectLst/>
        </p:spPr>
        <p:txBody>
          <a:bodyPr lIns="90113" tIns="45057" rIns="90113" bIns="45057"/>
          <a:lstStyle/>
          <a:p>
            <a:pPr defTabSz="826061"/>
            <a:endParaRPr lang="en-US" sz="1265" dirty="0"/>
          </a:p>
        </p:txBody>
      </p:sp>
      <p:sp>
        <p:nvSpPr>
          <p:cNvPr id="858116" name="Text Box 4">
            <a:extLst>
              <a:ext uri="{FF2B5EF4-FFF2-40B4-BE49-F238E27FC236}">
                <a16:creationId xmlns:a16="http://schemas.microsoft.com/office/drawing/2014/main" id="{8A728AD8-9925-A2F8-D396-814165FA5689}"/>
              </a:ext>
            </a:extLst>
          </p:cNvPr>
          <p:cNvSpPr txBox="1">
            <a:spLocks noChangeArrowheads="1"/>
          </p:cNvSpPr>
          <p:nvPr/>
        </p:nvSpPr>
        <p:spPr bwMode="auto">
          <a:xfrm>
            <a:off x="1691807" y="3997327"/>
            <a:ext cx="4418136" cy="528637"/>
          </a:xfrm>
          <a:prstGeom prst="rect">
            <a:avLst/>
          </a:prstGeom>
          <a:noFill/>
          <a:ln w="9525">
            <a:noFill/>
            <a:miter lim="800000"/>
            <a:headEnd/>
            <a:tailEnd/>
          </a:ln>
          <a:effectLst/>
        </p:spPr>
        <p:txBody>
          <a:bodyPr lIns="82772" tIns="41385" rIns="82772" bIns="41385">
            <a:spAutoFit/>
          </a:bodyPr>
          <a:lstStyle/>
          <a:p>
            <a:pPr defTabSz="943391">
              <a:spcBef>
                <a:spcPct val="50000"/>
              </a:spcBef>
            </a:pPr>
            <a:r>
              <a:rPr lang="en-US" sz="2892" b="1" i="1" dirty="0">
                <a:solidFill>
                  <a:schemeClr val="bg2"/>
                </a:solidFill>
                <a:latin typeface="EYInterstate Light" panose="02000506000000020004" pitchFamily="2" charset="0"/>
              </a:rPr>
              <a:t>Employee Related Tasks</a:t>
            </a:r>
            <a:endParaRPr lang="en-US" sz="2892" i="1" dirty="0">
              <a:solidFill>
                <a:schemeClr val="bg2"/>
              </a:solidFill>
              <a:latin typeface="EYInterstate Light" panose="02000506000000020004" pitchFamily="2" charset="0"/>
            </a:endParaRPr>
          </a:p>
        </p:txBody>
      </p:sp>
    </p:spTree>
    <p:extLst>
      <p:ext uri="{BB962C8B-B14F-4D97-AF65-F5344CB8AC3E}">
        <p14:creationId xmlns:p14="http://schemas.microsoft.com/office/powerpoint/2010/main" val="1563521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277E2-9B3C-1299-DA9C-6ECD33FDBAB9}"/>
              </a:ext>
            </a:extLst>
          </p:cNvPr>
          <p:cNvSpPr>
            <a:spLocks noGrp="1"/>
          </p:cNvSpPr>
          <p:nvPr>
            <p:ph type="title"/>
          </p:nvPr>
        </p:nvSpPr>
        <p:spPr>
          <a:xfrm>
            <a:off x="193826" y="107166"/>
            <a:ext cx="11228799" cy="687490"/>
          </a:xfrm>
        </p:spPr>
        <p:txBody>
          <a:bodyPr>
            <a:normAutofit/>
          </a:bodyPr>
          <a:lstStyle/>
          <a:p>
            <a:r>
              <a:rPr lang="en-IN" sz="1800" dirty="0"/>
              <a:t>At the start of the Probation employee will go to the ‘Goal Centre’ to set probation goals.</a:t>
            </a:r>
            <a:br>
              <a:rPr lang="en-IN" sz="1800" dirty="0"/>
            </a:br>
            <a:r>
              <a:rPr lang="en-IN" sz="1800" dirty="0"/>
              <a:t>Me &gt; Career and Performance &gt; Goal Centre</a:t>
            </a:r>
          </a:p>
        </p:txBody>
      </p:sp>
      <p:pic>
        <p:nvPicPr>
          <p:cNvPr id="6" name="Picture 5">
            <a:extLst>
              <a:ext uri="{FF2B5EF4-FFF2-40B4-BE49-F238E27FC236}">
                <a16:creationId xmlns:a16="http://schemas.microsoft.com/office/drawing/2014/main" id="{D39889B1-6A93-C9F0-49DE-81172A6F6AFD}"/>
              </a:ext>
            </a:extLst>
          </p:cNvPr>
          <p:cNvPicPr>
            <a:picLocks noChangeAspect="1"/>
          </p:cNvPicPr>
          <p:nvPr/>
        </p:nvPicPr>
        <p:blipFill>
          <a:blip r:embed="rId2"/>
          <a:stretch>
            <a:fillRect/>
          </a:stretch>
        </p:blipFill>
        <p:spPr>
          <a:xfrm>
            <a:off x="193826" y="794656"/>
            <a:ext cx="6424688" cy="4369025"/>
          </a:xfrm>
          <a:prstGeom prst="rect">
            <a:avLst/>
          </a:prstGeom>
        </p:spPr>
      </p:pic>
      <p:pic>
        <p:nvPicPr>
          <p:cNvPr id="8" name="Picture 7">
            <a:extLst>
              <a:ext uri="{FF2B5EF4-FFF2-40B4-BE49-F238E27FC236}">
                <a16:creationId xmlns:a16="http://schemas.microsoft.com/office/drawing/2014/main" id="{428143B9-6D56-424C-B2C2-FD04457B22D2}"/>
              </a:ext>
            </a:extLst>
          </p:cNvPr>
          <p:cNvPicPr>
            <a:picLocks noChangeAspect="1"/>
          </p:cNvPicPr>
          <p:nvPr/>
        </p:nvPicPr>
        <p:blipFill>
          <a:blip r:embed="rId3"/>
          <a:stretch>
            <a:fillRect/>
          </a:stretch>
        </p:blipFill>
        <p:spPr>
          <a:xfrm>
            <a:off x="6727492" y="1599683"/>
            <a:ext cx="5170594" cy="2950546"/>
          </a:xfrm>
          <a:prstGeom prst="rect">
            <a:avLst/>
          </a:prstGeom>
        </p:spPr>
      </p:pic>
    </p:spTree>
    <p:extLst>
      <p:ext uri="{BB962C8B-B14F-4D97-AF65-F5344CB8AC3E}">
        <p14:creationId xmlns:p14="http://schemas.microsoft.com/office/powerpoint/2010/main" val="3252447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DDB35-5651-0A76-14D7-16AA15135AD3}"/>
              </a:ext>
            </a:extLst>
          </p:cNvPr>
          <p:cNvSpPr>
            <a:spLocks noGrp="1"/>
          </p:cNvSpPr>
          <p:nvPr>
            <p:ph type="title"/>
          </p:nvPr>
        </p:nvSpPr>
        <p:spPr/>
        <p:txBody>
          <a:bodyPr>
            <a:normAutofit/>
          </a:bodyPr>
          <a:lstStyle/>
          <a:p>
            <a:r>
              <a:rPr lang="en-IN" sz="1800" dirty="0"/>
              <a:t>Select the Probation Assessment Review Period and click ‘Add’ to add goals.</a:t>
            </a:r>
          </a:p>
        </p:txBody>
      </p:sp>
      <p:pic>
        <p:nvPicPr>
          <p:cNvPr id="6" name="Picture 5">
            <a:extLst>
              <a:ext uri="{FF2B5EF4-FFF2-40B4-BE49-F238E27FC236}">
                <a16:creationId xmlns:a16="http://schemas.microsoft.com/office/drawing/2014/main" id="{CC437566-E57D-B4A5-E0F5-F883F96411A4}"/>
              </a:ext>
            </a:extLst>
          </p:cNvPr>
          <p:cNvPicPr>
            <a:picLocks noChangeAspect="1"/>
          </p:cNvPicPr>
          <p:nvPr/>
        </p:nvPicPr>
        <p:blipFill>
          <a:blip r:embed="rId2"/>
          <a:stretch>
            <a:fillRect/>
          </a:stretch>
        </p:blipFill>
        <p:spPr>
          <a:xfrm>
            <a:off x="378883" y="1063982"/>
            <a:ext cx="4273770" cy="3772094"/>
          </a:xfrm>
          <a:prstGeom prst="rect">
            <a:avLst/>
          </a:prstGeom>
        </p:spPr>
      </p:pic>
      <p:pic>
        <p:nvPicPr>
          <p:cNvPr id="8" name="Picture 7">
            <a:extLst>
              <a:ext uri="{FF2B5EF4-FFF2-40B4-BE49-F238E27FC236}">
                <a16:creationId xmlns:a16="http://schemas.microsoft.com/office/drawing/2014/main" id="{1CF2526B-7851-69CE-EDFB-4417A6232F62}"/>
              </a:ext>
            </a:extLst>
          </p:cNvPr>
          <p:cNvPicPr>
            <a:picLocks noChangeAspect="1"/>
          </p:cNvPicPr>
          <p:nvPr/>
        </p:nvPicPr>
        <p:blipFill>
          <a:blip r:embed="rId3"/>
          <a:stretch>
            <a:fillRect/>
          </a:stretch>
        </p:blipFill>
        <p:spPr>
          <a:xfrm>
            <a:off x="4909851" y="1063982"/>
            <a:ext cx="6440633" cy="4609326"/>
          </a:xfrm>
          <a:prstGeom prst="rect">
            <a:avLst/>
          </a:prstGeom>
        </p:spPr>
      </p:pic>
    </p:spTree>
    <p:extLst>
      <p:ext uri="{BB962C8B-B14F-4D97-AF65-F5344CB8AC3E}">
        <p14:creationId xmlns:p14="http://schemas.microsoft.com/office/powerpoint/2010/main" val="3575438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1DF03-0BB1-CB5E-B0CD-DA49D1B6115F}"/>
              </a:ext>
            </a:extLst>
          </p:cNvPr>
          <p:cNvSpPr>
            <a:spLocks noGrp="1"/>
          </p:cNvSpPr>
          <p:nvPr>
            <p:ph type="title"/>
          </p:nvPr>
        </p:nvSpPr>
        <p:spPr>
          <a:xfrm>
            <a:off x="378883" y="139824"/>
            <a:ext cx="11228799" cy="469776"/>
          </a:xfrm>
        </p:spPr>
        <p:txBody>
          <a:bodyPr>
            <a:normAutofit/>
          </a:bodyPr>
          <a:lstStyle/>
          <a:p>
            <a:r>
              <a:rPr lang="en-IN" sz="1600" dirty="0"/>
              <a:t>Add probation goals and submit for manager’s approval</a:t>
            </a:r>
          </a:p>
        </p:txBody>
      </p:sp>
      <p:pic>
        <p:nvPicPr>
          <p:cNvPr id="6" name="Picture 5">
            <a:extLst>
              <a:ext uri="{FF2B5EF4-FFF2-40B4-BE49-F238E27FC236}">
                <a16:creationId xmlns:a16="http://schemas.microsoft.com/office/drawing/2014/main" id="{23694DDD-C6A7-37C1-CC14-47653AE02575}"/>
              </a:ext>
            </a:extLst>
          </p:cNvPr>
          <p:cNvPicPr>
            <a:picLocks noChangeAspect="1"/>
          </p:cNvPicPr>
          <p:nvPr/>
        </p:nvPicPr>
        <p:blipFill>
          <a:blip r:embed="rId2"/>
          <a:stretch>
            <a:fillRect/>
          </a:stretch>
        </p:blipFill>
        <p:spPr>
          <a:xfrm>
            <a:off x="468850" y="855334"/>
            <a:ext cx="5550185" cy="3949903"/>
          </a:xfrm>
          <a:prstGeom prst="rect">
            <a:avLst/>
          </a:prstGeom>
        </p:spPr>
      </p:pic>
      <p:pic>
        <p:nvPicPr>
          <p:cNvPr id="8" name="Picture 7">
            <a:extLst>
              <a:ext uri="{FF2B5EF4-FFF2-40B4-BE49-F238E27FC236}">
                <a16:creationId xmlns:a16="http://schemas.microsoft.com/office/drawing/2014/main" id="{AA4538E0-697B-0426-2490-84945702F76C}"/>
              </a:ext>
            </a:extLst>
          </p:cNvPr>
          <p:cNvPicPr>
            <a:picLocks noChangeAspect="1"/>
          </p:cNvPicPr>
          <p:nvPr/>
        </p:nvPicPr>
        <p:blipFill>
          <a:blip r:embed="rId3"/>
          <a:stretch>
            <a:fillRect/>
          </a:stretch>
        </p:blipFill>
        <p:spPr>
          <a:xfrm>
            <a:off x="6618515" y="912486"/>
            <a:ext cx="4559067" cy="3835597"/>
          </a:xfrm>
          <a:prstGeom prst="rect">
            <a:avLst/>
          </a:prstGeom>
        </p:spPr>
      </p:pic>
    </p:spTree>
    <p:extLst>
      <p:ext uri="{BB962C8B-B14F-4D97-AF65-F5344CB8AC3E}">
        <p14:creationId xmlns:p14="http://schemas.microsoft.com/office/powerpoint/2010/main" val="80272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58114" name="Picture 2" descr="14H00493"/>
          <p:cNvPicPr>
            <a:picLocks noChangeAspect="1" noChangeArrowheads="1"/>
          </p:cNvPicPr>
          <p:nvPr/>
        </p:nvPicPr>
        <p:blipFill>
          <a:blip r:embed="rId3" cstate="print"/>
          <a:srcRect/>
          <a:stretch>
            <a:fillRect/>
          </a:stretch>
        </p:blipFill>
        <p:spPr bwMode="auto">
          <a:xfrm>
            <a:off x="0" y="0"/>
            <a:ext cx="12192000" cy="6858000"/>
          </a:xfrm>
          <a:prstGeom prst="rect">
            <a:avLst/>
          </a:prstGeom>
          <a:noFill/>
        </p:spPr>
      </p:pic>
      <p:sp>
        <p:nvSpPr>
          <p:cNvPr id="858115" name="Freeform 3"/>
          <p:cNvSpPr>
            <a:spLocks/>
          </p:cNvSpPr>
          <p:nvPr/>
        </p:nvSpPr>
        <p:spPr bwMode="auto">
          <a:xfrm>
            <a:off x="1242557" y="3581403"/>
            <a:ext cx="7017588" cy="1246188"/>
          </a:xfrm>
          <a:custGeom>
            <a:avLst/>
            <a:gdLst/>
            <a:ahLst/>
            <a:cxnLst>
              <a:cxn ang="0">
                <a:pos x="4888" y="0"/>
              </a:cxn>
              <a:cxn ang="0">
                <a:pos x="0" y="1"/>
              </a:cxn>
              <a:cxn ang="0">
                <a:pos x="0" y="865"/>
              </a:cxn>
              <a:cxn ang="0">
                <a:pos x="4718" y="865"/>
              </a:cxn>
              <a:cxn ang="0">
                <a:pos x="4888" y="0"/>
              </a:cxn>
            </a:cxnLst>
            <a:rect l="0" t="0" r="r" b="b"/>
            <a:pathLst>
              <a:path w="4888" h="865">
                <a:moveTo>
                  <a:pt x="4888" y="0"/>
                </a:moveTo>
                <a:lnTo>
                  <a:pt x="0" y="1"/>
                </a:lnTo>
                <a:lnTo>
                  <a:pt x="0" y="865"/>
                </a:lnTo>
                <a:lnTo>
                  <a:pt x="4718" y="865"/>
                </a:lnTo>
                <a:lnTo>
                  <a:pt x="4888" y="0"/>
                </a:lnTo>
                <a:close/>
              </a:path>
            </a:pathLst>
          </a:custGeom>
          <a:solidFill>
            <a:schemeClr val="tx1"/>
          </a:solidFill>
          <a:ln w="9525">
            <a:noFill/>
            <a:round/>
            <a:headEnd/>
            <a:tailEnd/>
          </a:ln>
          <a:effectLst/>
        </p:spPr>
        <p:txBody>
          <a:bodyPr lIns="90113" tIns="45057" rIns="90113" bIns="45057"/>
          <a:lstStyle/>
          <a:p>
            <a:pPr defTabSz="826061"/>
            <a:endParaRPr lang="en-US" sz="1265" dirty="0"/>
          </a:p>
        </p:txBody>
      </p:sp>
      <p:sp>
        <p:nvSpPr>
          <p:cNvPr id="858116" name="Text Box 4"/>
          <p:cNvSpPr txBox="1">
            <a:spLocks noChangeArrowheads="1"/>
          </p:cNvSpPr>
          <p:nvPr/>
        </p:nvSpPr>
        <p:spPr bwMode="auto">
          <a:xfrm>
            <a:off x="1691807" y="3997327"/>
            <a:ext cx="4418136" cy="528637"/>
          </a:xfrm>
          <a:prstGeom prst="rect">
            <a:avLst/>
          </a:prstGeom>
          <a:noFill/>
          <a:ln w="9525">
            <a:noFill/>
            <a:miter lim="800000"/>
            <a:headEnd/>
            <a:tailEnd/>
          </a:ln>
          <a:effectLst/>
        </p:spPr>
        <p:txBody>
          <a:bodyPr lIns="82772" tIns="41385" rIns="82772" bIns="41385">
            <a:spAutoFit/>
          </a:bodyPr>
          <a:lstStyle/>
          <a:p>
            <a:pPr defTabSz="943391">
              <a:spcBef>
                <a:spcPct val="50000"/>
              </a:spcBef>
            </a:pPr>
            <a:r>
              <a:rPr lang="en-US" sz="2892" b="1" i="1" dirty="0">
                <a:solidFill>
                  <a:schemeClr val="bg2"/>
                </a:solidFill>
                <a:latin typeface="EYInterstate Light" panose="02000506000000020004" pitchFamily="2" charset="0"/>
              </a:rPr>
              <a:t>Manager Related Tasks</a:t>
            </a:r>
            <a:endParaRPr lang="en-US" sz="2892" i="1" dirty="0">
              <a:solidFill>
                <a:schemeClr val="bg2"/>
              </a:solidFill>
              <a:latin typeface="EYInterstate Light" panose="02000506000000020004" pitchFamily="2" charset="0"/>
            </a:endParaRPr>
          </a:p>
        </p:txBody>
      </p:sp>
    </p:spTree>
    <p:extLst>
      <p:ext uri="{BB962C8B-B14F-4D97-AF65-F5344CB8AC3E}">
        <p14:creationId xmlns:p14="http://schemas.microsoft.com/office/powerpoint/2010/main" val="2990391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A57C4-6AC0-5B1E-93DB-72FFF44958F1}"/>
              </a:ext>
            </a:extLst>
          </p:cNvPr>
          <p:cNvSpPr>
            <a:spLocks noGrp="1"/>
          </p:cNvSpPr>
          <p:nvPr>
            <p:ph type="title"/>
          </p:nvPr>
        </p:nvSpPr>
        <p:spPr/>
        <p:txBody>
          <a:bodyPr>
            <a:normAutofit/>
          </a:bodyPr>
          <a:lstStyle/>
          <a:p>
            <a:r>
              <a:rPr lang="en-US" sz="1800" dirty="0"/>
              <a:t>Log in to the system</a:t>
            </a:r>
            <a:br>
              <a:rPr lang="en-US" sz="1800" dirty="0"/>
            </a:br>
            <a:r>
              <a:rPr lang="en-US" sz="1800" dirty="0"/>
              <a:t>My Team &gt; Performance</a:t>
            </a:r>
            <a:endParaRPr lang="en-IN" sz="1800" dirty="0"/>
          </a:p>
        </p:txBody>
      </p:sp>
      <p:pic>
        <p:nvPicPr>
          <p:cNvPr id="6" name="Picture 5">
            <a:extLst>
              <a:ext uri="{FF2B5EF4-FFF2-40B4-BE49-F238E27FC236}">
                <a16:creationId xmlns:a16="http://schemas.microsoft.com/office/drawing/2014/main" id="{E0B2943D-1B93-B5EF-3ABC-431B25C6AC3E}"/>
              </a:ext>
            </a:extLst>
          </p:cNvPr>
          <p:cNvPicPr>
            <a:picLocks noChangeAspect="1"/>
          </p:cNvPicPr>
          <p:nvPr/>
        </p:nvPicPr>
        <p:blipFill>
          <a:blip r:embed="rId2"/>
          <a:stretch>
            <a:fillRect/>
          </a:stretch>
        </p:blipFill>
        <p:spPr>
          <a:xfrm>
            <a:off x="676964" y="1358793"/>
            <a:ext cx="10132550" cy="4661007"/>
          </a:xfrm>
          <a:prstGeom prst="rect">
            <a:avLst/>
          </a:prstGeom>
        </p:spPr>
      </p:pic>
    </p:spTree>
    <p:extLst>
      <p:ext uri="{BB962C8B-B14F-4D97-AF65-F5344CB8AC3E}">
        <p14:creationId xmlns:p14="http://schemas.microsoft.com/office/powerpoint/2010/main" val="789036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91B79-9F80-8DE2-90EC-F61226CD4C5C}"/>
              </a:ext>
            </a:extLst>
          </p:cNvPr>
          <p:cNvSpPr>
            <a:spLocks noGrp="1"/>
          </p:cNvSpPr>
          <p:nvPr>
            <p:ph type="title"/>
          </p:nvPr>
        </p:nvSpPr>
        <p:spPr/>
        <p:txBody>
          <a:bodyPr>
            <a:normAutofit/>
          </a:bodyPr>
          <a:lstStyle/>
          <a:p>
            <a:r>
              <a:rPr lang="en-US" sz="1800" dirty="0"/>
              <a:t>Select the Probation Document</a:t>
            </a:r>
            <a:br>
              <a:rPr lang="en-US" sz="1800" dirty="0"/>
            </a:br>
            <a:endParaRPr lang="en-IN" sz="1800" dirty="0"/>
          </a:p>
        </p:txBody>
      </p:sp>
      <p:pic>
        <p:nvPicPr>
          <p:cNvPr id="4" name="Picture 3">
            <a:extLst>
              <a:ext uri="{FF2B5EF4-FFF2-40B4-BE49-F238E27FC236}">
                <a16:creationId xmlns:a16="http://schemas.microsoft.com/office/drawing/2014/main" id="{6A1E2F55-C2E1-B4E9-80DE-0619A6DA3EDD}"/>
              </a:ext>
            </a:extLst>
          </p:cNvPr>
          <p:cNvPicPr>
            <a:picLocks noChangeAspect="1"/>
          </p:cNvPicPr>
          <p:nvPr/>
        </p:nvPicPr>
        <p:blipFill>
          <a:blip r:embed="rId2"/>
          <a:stretch>
            <a:fillRect/>
          </a:stretch>
        </p:blipFill>
        <p:spPr>
          <a:xfrm>
            <a:off x="693734" y="931533"/>
            <a:ext cx="9963380" cy="4395193"/>
          </a:xfrm>
          <a:prstGeom prst="rect">
            <a:avLst/>
          </a:prstGeom>
        </p:spPr>
      </p:pic>
    </p:spTree>
    <p:extLst>
      <p:ext uri="{BB962C8B-B14F-4D97-AF65-F5344CB8AC3E}">
        <p14:creationId xmlns:p14="http://schemas.microsoft.com/office/powerpoint/2010/main" val="4292642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44271-548F-ED87-EC33-19E8171383BB}"/>
              </a:ext>
            </a:extLst>
          </p:cNvPr>
          <p:cNvSpPr>
            <a:spLocks noGrp="1"/>
          </p:cNvSpPr>
          <p:nvPr>
            <p:ph type="title"/>
          </p:nvPr>
        </p:nvSpPr>
        <p:spPr/>
        <p:txBody>
          <a:bodyPr>
            <a:normAutofit/>
          </a:bodyPr>
          <a:lstStyle/>
          <a:p>
            <a:r>
              <a:rPr lang="en-US" sz="1800" dirty="0"/>
              <a:t>Scroll down to the Goals section and provide rating and comments in the goal and click ‘Save and Next’</a:t>
            </a:r>
            <a:br>
              <a:rPr lang="en-US" sz="1800" dirty="0"/>
            </a:br>
            <a:r>
              <a:rPr lang="en-US" sz="1800" dirty="0"/>
              <a:t>Repeat the same process for all the goal items and click ‘Save and Close’</a:t>
            </a:r>
            <a:endParaRPr lang="en-IN" sz="1800" dirty="0"/>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6F8EA908-4632-9194-B5F4-46012DA0E052}"/>
                  </a:ext>
                </a:extLst>
              </p14:cNvPr>
              <p14:cNvContentPartPr/>
              <p14:nvPr/>
            </p14:nvContentPartPr>
            <p14:xfrm>
              <a:off x="1349331" y="1876560"/>
              <a:ext cx="364680" cy="6840"/>
            </p14:xfrm>
          </p:contentPart>
        </mc:Choice>
        <mc:Fallback xmlns="">
          <p:pic>
            <p:nvPicPr>
              <p:cNvPr id="7" name="Ink 6">
                <a:extLst>
                  <a:ext uri="{FF2B5EF4-FFF2-40B4-BE49-F238E27FC236}">
                    <a16:creationId xmlns:a16="http://schemas.microsoft.com/office/drawing/2014/main" id="{6F8EA908-4632-9194-B5F4-46012DA0E052}"/>
                  </a:ext>
                </a:extLst>
              </p:cNvPr>
              <p:cNvPicPr/>
              <p:nvPr/>
            </p:nvPicPr>
            <p:blipFill>
              <a:blip r:embed="rId4"/>
              <a:stretch>
                <a:fillRect/>
              </a:stretch>
            </p:blipFill>
            <p:spPr>
              <a:xfrm>
                <a:off x="1313691" y="1840920"/>
                <a:ext cx="436320" cy="78480"/>
              </a:xfrm>
              <a:prstGeom prst="rect">
                <a:avLst/>
              </a:prstGeom>
            </p:spPr>
          </p:pic>
        </mc:Fallback>
      </mc:AlternateContent>
      <p:pic>
        <p:nvPicPr>
          <p:cNvPr id="4" name="Picture 3">
            <a:extLst>
              <a:ext uri="{FF2B5EF4-FFF2-40B4-BE49-F238E27FC236}">
                <a16:creationId xmlns:a16="http://schemas.microsoft.com/office/drawing/2014/main" id="{13687526-41DE-4EFB-390E-ACD2E1749E39}"/>
              </a:ext>
            </a:extLst>
          </p:cNvPr>
          <p:cNvPicPr>
            <a:picLocks noChangeAspect="1"/>
          </p:cNvPicPr>
          <p:nvPr/>
        </p:nvPicPr>
        <p:blipFill>
          <a:blip r:embed="rId5"/>
          <a:stretch>
            <a:fillRect/>
          </a:stretch>
        </p:blipFill>
        <p:spPr>
          <a:xfrm>
            <a:off x="584318" y="1283024"/>
            <a:ext cx="7209853" cy="4762745"/>
          </a:xfrm>
          <a:prstGeom prst="rect">
            <a:avLst/>
          </a:prstGeom>
        </p:spPr>
      </p:pic>
    </p:spTree>
    <p:extLst>
      <p:ext uri="{BB962C8B-B14F-4D97-AF65-F5344CB8AC3E}">
        <p14:creationId xmlns:p14="http://schemas.microsoft.com/office/powerpoint/2010/main" val="3886967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EABCD-9DEC-C6C0-0B3B-A955DAFB7BA2}"/>
              </a:ext>
            </a:extLst>
          </p:cNvPr>
          <p:cNvSpPr>
            <a:spLocks noGrp="1"/>
          </p:cNvSpPr>
          <p:nvPr>
            <p:ph type="title"/>
          </p:nvPr>
        </p:nvSpPr>
        <p:spPr>
          <a:xfrm>
            <a:off x="378883" y="139824"/>
            <a:ext cx="11228799" cy="839890"/>
          </a:xfrm>
        </p:spPr>
        <p:txBody>
          <a:bodyPr>
            <a:normAutofit fontScale="90000"/>
          </a:bodyPr>
          <a:lstStyle/>
          <a:p>
            <a:r>
              <a:rPr lang="en-US" sz="1800" dirty="0"/>
              <a:t>Scroll down to the Competency Section and provide rating and comments in the competency item and click ‘Save and Next’.</a:t>
            </a:r>
            <a:br>
              <a:rPr lang="en-US" sz="1800" dirty="0"/>
            </a:br>
            <a:r>
              <a:rPr lang="en-US" sz="1800" dirty="0"/>
              <a:t>Repeat the same steps for all competency items and click ‘Save and Close’</a:t>
            </a:r>
            <a:br>
              <a:rPr lang="en-US" sz="1800" dirty="0"/>
            </a:br>
            <a:endParaRPr lang="en-IN" sz="1800" dirty="0"/>
          </a:p>
        </p:txBody>
      </p:sp>
      <p:pic>
        <p:nvPicPr>
          <p:cNvPr id="4" name="Picture 3">
            <a:extLst>
              <a:ext uri="{FF2B5EF4-FFF2-40B4-BE49-F238E27FC236}">
                <a16:creationId xmlns:a16="http://schemas.microsoft.com/office/drawing/2014/main" id="{E83A1480-B037-468E-8A62-05834E0DDDC0}"/>
              </a:ext>
            </a:extLst>
          </p:cNvPr>
          <p:cNvPicPr>
            <a:picLocks noChangeAspect="1"/>
          </p:cNvPicPr>
          <p:nvPr/>
        </p:nvPicPr>
        <p:blipFill>
          <a:blip r:embed="rId2"/>
          <a:stretch>
            <a:fillRect/>
          </a:stretch>
        </p:blipFill>
        <p:spPr>
          <a:xfrm>
            <a:off x="378884" y="842159"/>
            <a:ext cx="7578574" cy="4781796"/>
          </a:xfrm>
          <a:prstGeom prst="rect">
            <a:avLst/>
          </a:prstGeom>
        </p:spPr>
      </p:pic>
    </p:spTree>
    <p:extLst>
      <p:ext uri="{BB962C8B-B14F-4D97-AF65-F5344CB8AC3E}">
        <p14:creationId xmlns:p14="http://schemas.microsoft.com/office/powerpoint/2010/main" val="1934681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853AB-1DDC-ADAB-0137-3DB1866FE212}"/>
              </a:ext>
            </a:extLst>
          </p:cNvPr>
          <p:cNvSpPr>
            <a:spLocks noGrp="1"/>
          </p:cNvSpPr>
          <p:nvPr>
            <p:ph type="title"/>
          </p:nvPr>
        </p:nvSpPr>
        <p:spPr/>
        <p:txBody>
          <a:bodyPr>
            <a:normAutofit/>
          </a:bodyPr>
          <a:lstStyle/>
          <a:p>
            <a:r>
              <a:rPr lang="en-US" sz="1800" dirty="0"/>
              <a:t>Scroll down to the Overall Summary – Probation section and provide comments and comment</a:t>
            </a:r>
            <a:br>
              <a:rPr lang="en-US" sz="1800" dirty="0"/>
            </a:br>
            <a:r>
              <a:rPr lang="en-US" sz="1800" dirty="0"/>
              <a:t>and click ‘Save and Close’</a:t>
            </a:r>
            <a:endParaRPr lang="en-IN" sz="1800" dirty="0"/>
          </a:p>
        </p:txBody>
      </p:sp>
      <p:pic>
        <p:nvPicPr>
          <p:cNvPr id="6" name="Picture 5">
            <a:extLst>
              <a:ext uri="{FF2B5EF4-FFF2-40B4-BE49-F238E27FC236}">
                <a16:creationId xmlns:a16="http://schemas.microsoft.com/office/drawing/2014/main" id="{FBFC5D52-7EA3-542B-2427-0342E349FDA3}"/>
              </a:ext>
            </a:extLst>
          </p:cNvPr>
          <p:cNvPicPr>
            <a:picLocks noChangeAspect="1"/>
          </p:cNvPicPr>
          <p:nvPr/>
        </p:nvPicPr>
        <p:blipFill>
          <a:blip r:embed="rId2"/>
          <a:stretch>
            <a:fillRect/>
          </a:stretch>
        </p:blipFill>
        <p:spPr>
          <a:xfrm>
            <a:off x="584318" y="1283024"/>
            <a:ext cx="9569942" cy="4572235"/>
          </a:xfrm>
          <a:prstGeom prst="rect">
            <a:avLst/>
          </a:prstGeom>
        </p:spPr>
      </p:pic>
    </p:spTree>
    <p:extLst>
      <p:ext uri="{BB962C8B-B14F-4D97-AF65-F5344CB8AC3E}">
        <p14:creationId xmlns:p14="http://schemas.microsoft.com/office/powerpoint/2010/main" val="35273717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E8388-8A67-E01E-636E-AEB526FF1B20}"/>
              </a:ext>
            </a:extLst>
          </p:cNvPr>
          <p:cNvSpPr>
            <a:spLocks noGrp="1"/>
          </p:cNvSpPr>
          <p:nvPr>
            <p:ph type="title"/>
          </p:nvPr>
        </p:nvSpPr>
        <p:spPr/>
        <p:txBody>
          <a:bodyPr>
            <a:normAutofit/>
          </a:bodyPr>
          <a:lstStyle/>
          <a:p>
            <a:r>
              <a:rPr lang="en-US" sz="1800" dirty="0"/>
              <a:t>After providing all the ratings and comments click on ‘Submit’ to send for approval.</a:t>
            </a:r>
            <a:endParaRPr lang="en-IN" sz="1800" dirty="0"/>
          </a:p>
        </p:txBody>
      </p:sp>
      <p:pic>
        <p:nvPicPr>
          <p:cNvPr id="4" name="Picture 3">
            <a:extLst>
              <a:ext uri="{FF2B5EF4-FFF2-40B4-BE49-F238E27FC236}">
                <a16:creationId xmlns:a16="http://schemas.microsoft.com/office/drawing/2014/main" id="{C0846DA2-2A67-F3DD-ACFD-17B61757E98F}"/>
              </a:ext>
            </a:extLst>
          </p:cNvPr>
          <p:cNvPicPr>
            <a:picLocks noChangeAspect="1"/>
          </p:cNvPicPr>
          <p:nvPr/>
        </p:nvPicPr>
        <p:blipFill>
          <a:blip r:embed="rId2"/>
          <a:stretch>
            <a:fillRect/>
          </a:stretch>
        </p:blipFill>
        <p:spPr>
          <a:xfrm>
            <a:off x="280058" y="1283024"/>
            <a:ext cx="5751167" cy="3582890"/>
          </a:xfrm>
          <a:prstGeom prst="rect">
            <a:avLst/>
          </a:prstGeom>
        </p:spPr>
      </p:pic>
      <p:pic>
        <p:nvPicPr>
          <p:cNvPr id="7" name="Picture 6">
            <a:extLst>
              <a:ext uri="{FF2B5EF4-FFF2-40B4-BE49-F238E27FC236}">
                <a16:creationId xmlns:a16="http://schemas.microsoft.com/office/drawing/2014/main" id="{1CD84910-D32F-B037-0250-DF73F2F4C681}"/>
              </a:ext>
            </a:extLst>
          </p:cNvPr>
          <p:cNvPicPr>
            <a:picLocks noChangeAspect="1"/>
          </p:cNvPicPr>
          <p:nvPr/>
        </p:nvPicPr>
        <p:blipFill>
          <a:blip r:embed="rId3"/>
          <a:stretch>
            <a:fillRect/>
          </a:stretch>
        </p:blipFill>
        <p:spPr>
          <a:xfrm>
            <a:off x="6375624" y="1556741"/>
            <a:ext cx="5232058" cy="3035456"/>
          </a:xfrm>
          <a:prstGeom prst="rect">
            <a:avLst/>
          </a:prstGeom>
        </p:spPr>
      </p:pic>
    </p:spTree>
    <p:extLst>
      <p:ext uri="{BB962C8B-B14F-4D97-AF65-F5344CB8AC3E}">
        <p14:creationId xmlns:p14="http://schemas.microsoft.com/office/powerpoint/2010/main" val="1376099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58114" name="Picture 2" descr="14H00493"/>
          <p:cNvPicPr>
            <a:picLocks noChangeAspect="1" noChangeArrowheads="1"/>
          </p:cNvPicPr>
          <p:nvPr/>
        </p:nvPicPr>
        <p:blipFill>
          <a:blip r:embed="rId3" cstate="print"/>
          <a:srcRect/>
          <a:stretch>
            <a:fillRect/>
          </a:stretch>
        </p:blipFill>
        <p:spPr bwMode="auto">
          <a:xfrm>
            <a:off x="0" y="0"/>
            <a:ext cx="12192000" cy="6858000"/>
          </a:xfrm>
          <a:prstGeom prst="rect">
            <a:avLst/>
          </a:prstGeom>
          <a:noFill/>
        </p:spPr>
      </p:pic>
      <p:sp>
        <p:nvSpPr>
          <p:cNvPr id="858115" name="Freeform 3"/>
          <p:cNvSpPr>
            <a:spLocks/>
          </p:cNvSpPr>
          <p:nvPr/>
        </p:nvSpPr>
        <p:spPr bwMode="auto">
          <a:xfrm>
            <a:off x="1242557" y="3581403"/>
            <a:ext cx="7017588" cy="1246188"/>
          </a:xfrm>
          <a:custGeom>
            <a:avLst/>
            <a:gdLst/>
            <a:ahLst/>
            <a:cxnLst>
              <a:cxn ang="0">
                <a:pos x="4888" y="0"/>
              </a:cxn>
              <a:cxn ang="0">
                <a:pos x="0" y="1"/>
              </a:cxn>
              <a:cxn ang="0">
                <a:pos x="0" y="865"/>
              </a:cxn>
              <a:cxn ang="0">
                <a:pos x="4718" y="865"/>
              </a:cxn>
              <a:cxn ang="0">
                <a:pos x="4888" y="0"/>
              </a:cxn>
            </a:cxnLst>
            <a:rect l="0" t="0" r="r" b="b"/>
            <a:pathLst>
              <a:path w="4888" h="865">
                <a:moveTo>
                  <a:pt x="4888" y="0"/>
                </a:moveTo>
                <a:lnTo>
                  <a:pt x="0" y="1"/>
                </a:lnTo>
                <a:lnTo>
                  <a:pt x="0" y="865"/>
                </a:lnTo>
                <a:lnTo>
                  <a:pt x="4718" y="865"/>
                </a:lnTo>
                <a:lnTo>
                  <a:pt x="4888" y="0"/>
                </a:lnTo>
                <a:close/>
              </a:path>
            </a:pathLst>
          </a:custGeom>
          <a:solidFill>
            <a:schemeClr val="tx1"/>
          </a:solidFill>
          <a:ln w="9525">
            <a:noFill/>
            <a:round/>
            <a:headEnd/>
            <a:tailEnd/>
          </a:ln>
          <a:effectLst/>
        </p:spPr>
        <p:txBody>
          <a:bodyPr lIns="90113" tIns="45057" rIns="90113" bIns="45057"/>
          <a:lstStyle/>
          <a:p>
            <a:pPr defTabSz="826061"/>
            <a:endParaRPr lang="en-US" sz="1265" dirty="0"/>
          </a:p>
        </p:txBody>
      </p:sp>
      <p:sp>
        <p:nvSpPr>
          <p:cNvPr id="858116" name="Text Box 4"/>
          <p:cNvSpPr txBox="1">
            <a:spLocks noChangeArrowheads="1"/>
          </p:cNvSpPr>
          <p:nvPr/>
        </p:nvSpPr>
        <p:spPr bwMode="auto">
          <a:xfrm>
            <a:off x="1691807" y="3997327"/>
            <a:ext cx="4418136" cy="528637"/>
          </a:xfrm>
          <a:prstGeom prst="rect">
            <a:avLst/>
          </a:prstGeom>
          <a:noFill/>
          <a:ln w="9525">
            <a:noFill/>
            <a:miter lim="800000"/>
            <a:headEnd/>
            <a:tailEnd/>
          </a:ln>
          <a:effectLst/>
        </p:spPr>
        <p:txBody>
          <a:bodyPr lIns="82772" tIns="41385" rIns="82772" bIns="41385">
            <a:spAutoFit/>
          </a:bodyPr>
          <a:lstStyle/>
          <a:p>
            <a:pPr defTabSz="943391">
              <a:spcBef>
                <a:spcPct val="50000"/>
              </a:spcBef>
            </a:pPr>
            <a:r>
              <a:rPr lang="en-US" sz="2892" b="1" i="1" dirty="0">
                <a:solidFill>
                  <a:schemeClr val="bg2"/>
                </a:solidFill>
                <a:latin typeface="EYInterstate Light" panose="02000506000000020004" pitchFamily="2" charset="0"/>
              </a:rPr>
              <a:t>Reviewer Related Tasks</a:t>
            </a:r>
            <a:endParaRPr lang="en-US" sz="2892" i="1" dirty="0">
              <a:solidFill>
                <a:schemeClr val="bg2"/>
              </a:solidFill>
              <a:latin typeface="EYInterstate Light" panose="02000506000000020004" pitchFamily="2" charset="0"/>
            </a:endParaRPr>
          </a:p>
        </p:txBody>
      </p:sp>
    </p:spTree>
    <p:extLst>
      <p:ext uri="{BB962C8B-B14F-4D97-AF65-F5344CB8AC3E}">
        <p14:creationId xmlns:p14="http://schemas.microsoft.com/office/powerpoint/2010/main" val="21586439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2EA32-728C-7791-7DC4-1A39EB3F4921}"/>
              </a:ext>
            </a:extLst>
          </p:cNvPr>
          <p:cNvSpPr>
            <a:spLocks noGrp="1"/>
          </p:cNvSpPr>
          <p:nvPr>
            <p:ph type="title"/>
          </p:nvPr>
        </p:nvSpPr>
        <p:spPr>
          <a:xfrm>
            <a:off x="378883" y="139824"/>
            <a:ext cx="11228799" cy="1612776"/>
          </a:xfrm>
        </p:spPr>
        <p:txBody>
          <a:bodyPr>
            <a:normAutofit fontScale="90000"/>
          </a:bodyPr>
          <a:lstStyle/>
          <a:p>
            <a:r>
              <a:rPr lang="en-IN" sz="2000" dirty="0"/>
              <a:t>Approval by Reviewer</a:t>
            </a:r>
            <a:br>
              <a:rPr lang="en-IN" sz="2000" dirty="0"/>
            </a:br>
            <a:r>
              <a:rPr lang="en-IN" sz="2000" dirty="0"/>
              <a:t>There are three ways to approve</a:t>
            </a:r>
            <a:br>
              <a:rPr lang="en-IN" sz="2000" dirty="0"/>
            </a:br>
            <a:r>
              <a:rPr lang="en-IN" sz="2000" dirty="0"/>
              <a:t>1. Approving directly from the notification as shown below</a:t>
            </a:r>
            <a:br>
              <a:rPr lang="en-IN" sz="2000" dirty="0"/>
            </a:br>
            <a:r>
              <a:rPr lang="en-IN" sz="2000" dirty="0"/>
              <a:t>2. By accessing the performance document from the notification (shown in the subsequent slides) and then approving the same</a:t>
            </a:r>
            <a:br>
              <a:rPr lang="en-IN" sz="2000" dirty="0"/>
            </a:br>
            <a:r>
              <a:rPr lang="en-IN" sz="2000" dirty="0"/>
              <a:t>3. By accessing the performance document from My Team &gt; Performance Overview and approving it</a:t>
            </a:r>
          </a:p>
        </p:txBody>
      </p:sp>
      <p:pic>
        <p:nvPicPr>
          <p:cNvPr id="4" name="Picture 3">
            <a:extLst>
              <a:ext uri="{FF2B5EF4-FFF2-40B4-BE49-F238E27FC236}">
                <a16:creationId xmlns:a16="http://schemas.microsoft.com/office/drawing/2014/main" id="{74E9C52A-166F-27E7-FA27-2F7EA3540D08}"/>
              </a:ext>
            </a:extLst>
          </p:cNvPr>
          <p:cNvPicPr>
            <a:picLocks noChangeAspect="1"/>
          </p:cNvPicPr>
          <p:nvPr/>
        </p:nvPicPr>
        <p:blipFill>
          <a:blip r:embed="rId2"/>
          <a:stretch>
            <a:fillRect/>
          </a:stretch>
        </p:blipFill>
        <p:spPr>
          <a:xfrm>
            <a:off x="965407" y="1904999"/>
            <a:ext cx="9608044" cy="4213363"/>
          </a:xfrm>
          <a:prstGeom prst="rect">
            <a:avLst/>
          </a:prstGeom>
        </p:spPr>
      </p:pic>
    </p:spTree>
    <p:extLst>
      <p:ext uri="{BB962C8B-B14F-4D97-AF65-F5344CB8AC3E}">
        <p14:creationId xmlns:p14="http://schemas.microsoft.com/office/powerpoint/2010/main" val="3175472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39A46-893D-C38A-0A71-BFF4BBB31EFE}"/>
              </a:ext>
            </a:extLst>
          </p:cNvPr>
          <p:cNvSpPr>
            <a:spLocks noGrp="1"/>
          </p:cNvSpPr>
          <p:nvPr>
            <p:ph type="title"/>
          </p:nvPr>
        </p:nvSpPr>
        <p:spPr>
          <a:xfrm>
            <a:off x="84969" y="128938"/>
            <a:ext cx="11228799" cy="448005"/>
          </a:xfrm>
        </p:spPr>
        <p:txBody>
          <a:bodyPr>
            <a:normAutofit/>
          </a:bodyPr>
          <a:lstStyle/>
          <a:p>
            <a:r>
              <a:rPr lang="en-IN" sz="1800" dirty="0"/>
              <a:t>Accessing the performance document from the notification</a:t>
            </a:r>
          </a:p>
        </p:txBody>
      </p:sp>
      <p:pic>
        <p:nvPicPr>
          <p:cNvPr id="5" name="Picture 4">
            <a:extLst>
              <a:ext uri="{FF2B5EF4-FFF2-40B4-BE49-F238E27FC236}">
                <a16:creationId xmlns:a16="http://schemas.microsoft.com/office/drawing/2014/main" id="{5C4B9C24-03A9-C775-7AFB-9226714CD3CB}"/>
              </a:ext>
            </a:extLst>
          </p:cNvPr>
          <p:cNvPicPr>
            <a:picLocks noChangeAspect="1"/>
          </p:cNvPicPr>
          <p:nvPr/>
        </p:nvPicPr>
        <p:blipFill>
          <a:blip r:embed="rId2"/>
          <a:stretch>
            <a:fillRect/>
          </a:stretch>
        </p:blipFill>
        <p:spPr>
          <a:xfrm>
            <a:off x="0" y="1070488"/>
            <a:ext cx="3137132" cy="4045158"/>
          </a:xfrm>
          <a:prstGeom prst="rect">
            <a:avLst/>
          </a:prstGeom>
        </p:spPr>
      </p:pic>
      <p:pic>
        <p:nvPicPr>
          <p:cNvPr id="8" name="Picture 7">
            <a:extLst>
              <a:ext uri="{FF2B5EF4-FFF2-40B4-BE49-F238E27FC236}">
                <a16:creationId xmlns:a16="http://schemas.microsoft.com/office/drawing/2014/main" id="{822F4797-A7BD-CD65-DCCD-5066DFA8588D}"/>
              </a:ext>
            </a:extLst>
          </p:cNvPr>
          <p:cNvPicPr>
            <a:picLocks noChangeAspect="1"/>
          </p:cNvPicPr>
          <p:nvPr/>
        </p:nvPicPr>
        <p:blipFill>
          <a:blip r:embed="rId3"/>
          <a:stretch>
            <a:fillRect/>
          </a:stretch>
        </p:blipFill>
        <p:spPr>
          <a:xfrm>
            <a:off x="3154133" y="1070487"/>
            <a:ext cx="3671210" cy="3936941"/>
          </a:xfrm>
          <a:prstGeom prst="rect">
            <a:avLst/>
          </a:prstGeom>
        </p:spPr>
      </p:pic>
      <p:pic>
        <p:nvPicPr>
          <p:cNvPr id="10" name="Picture 9">
            <a:extLst>
              <a:ext uri="{FF2B5EF4-FFF2-40B4-BE49-F238E27FC236}">
                <a16:creationId xmlns:a16="http://schemas.microsoft.com/office/drawing/2014/main" id="{BAE27890-1ED3-16F4-FE9D-FFD31B08A695}"/>
              </a:ext>
            </a:extLst>
          </p:cNvPr>
          <p:cNvPicPr>
            <a:picLocks noChangeAspect="1"/>
          </p:cNvPicPr>
          <p:nvPr/>
        </p:nvPicPr>
        <p:blipFill>
          <a:blip r:embed="rId4"/>
          <a:stretch>
            <a:fillRect/>
          </a:stretch>
        </p:blipFill>
        <p:spPr>
          <a:xfrm>
            <a:off x="6937711" y="473425"/>
            <a:ext cx="5047460" cy="5131064"/>
          </a:xfrm>
          <a:prstGeom prst="rect">
            <a:avLst/>
          </a:prstGeom>
        </p:spPr>
      </p:pic>
    </p:spTree>
    <p:extLst>
      <p:ext uri="{BB962C8B-B14F-4D97-AF65-F5344CB8AC3E}">
        <p14:creationId xmlns:p14="http://schemas.microsoft.com/office/powerpoint/2010/main" val="15828020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46460-4DEA-2B89-14D2-E4E2E92F2265}"/>
              </a:ext>
            </a:extLst>
          </p:cNvPr>
          <p:cNvSpPr>
            <a:spLocks noGrp="1"/>
          </p:cNvSpPr>
          <p:nvPr>
            <p:ph type="title"/>
          </p:nvPr>
        </p:nvSpPr>
        <p:spPr>
          <a:xfrm>
            <a:off x="153097" y="352157"/>
            <a:ext cx="11228799" cy="936427"/>
          </a:xfrm>
        </p:spPr>
        <p:txBody>
          <a:bodyPr>
            <a:normAutofit fontScale="90000"/>
          </a:bodyPr>
          <a:lstStyle/>
          <a:p>
            <a:r>
              <a:rPr lang="en-IN" sz="1800" dirty="0"/>
              <a:t>Go to My Team &gt; Performance Overview</a:t>
            </a:r>
            <a:br>
              <a:rPr lang="en-IN" sz="1800" dirty="0"/>
            </a:br>
            <a:r>
              <a:rPr lang="en-IN" sz="1800" dirty="0"/>
              <a:t>select the review period</a:t>
            </a:r>
            <a:br>
              <a:rPr lang="en-IN" sz="1800" dirty="0"/>
            </a:br>
            <a:r>
              <a:rPr lang="en-IN" sz="1800" dirty="0"/>
              <a:t>Click on the link highlighted in the below image right next to the employee for whom you want to list the indirect reports</a:t>
            </a:r>
            <a:br>
              <a:rPr lang="en-IN" sz="1800" dirty="0"/>
            </a:br>
            <a:r>
              <a:rPr lang="en-IN" sz="1800" dirty="0"/>
              <a:t>Click on the employee name for whom you want to approve the document.</a:t>
            </a:r>
            <a:br>
              <a:rPr lang="en-IN" sz="1800" dirty="0"/>
            </a:br>
            <a:endParaRPr lang="en-IN" sz="1800" dirty="0"/>
          </a:p>
        </p:txBody>
      </p:sp>
      <p:pic>
        <p:nvPicPr>
          <p:cNvPr id="8" name="Picture 7">
            <a:extLst>
              <a:ext uri="{FF2B5EF4-FFF2-40B4-BE49-F238E27FC236}">
                <a16:creationId xmlns:a16="http://schemas.microsoft.com/office/drawing/2014/main" id="{CDC135DE-F6B5-8B16-C729-7E86A4BE2329}"/>
              </a:ext>
            </a:extLst>
          </p:cNvPr>
          <p:cNvPicPr>
            <a:picLocks noChangeAspect="1"/>
          </p:cNvPicPr>
          <p:nvPr/>
        </p:nvPicPr>
        <p:blipFill>
          <a:blip r:embed="rId2"/>
          <a:stretch>
            <a:fillRect/>
          </a:stretch>
        </p:blipFill>
        <p:spPr>
          <a:xfrm>
            <a:off x="153097" y="1427466"/>
            <a:ext cx="9273931" cy="2766406"/>
          </a:xfrm>
          <a:prstGeom prst="rect">
            <a:avLst/>
          </a:prstGeom>
        </p:spPr>
      </p:pic>
      <p:pic>
        <p:nvPicPr>
          <p:cNvPr id="10" name="Picture 9">
            <a:extLst>
              <a:ext uri="{FF2B5EF4-FFF2-40B4-BE49-F238E27FC236}">
                <a16:creationId xmlns:a16="http://schemas.microsoft.com/office/drawing/2014/main" id="{63FFCAFA-F2EE-5E6A-DAB3-E447CD871E10}"/>
              </a:ext>
            </a:extLst>
          </p:cNvPr>
          <p:cNvPicPr>
            <a:picLocks noChangeAspect="1"/>
          </p:cNvPicPr>
          <p:nvPr/>
        </p:nvPicPr>
        <p:blipFill>
          <a:blip r:embed="rId3"/>
          <a:stretch>
            <a:fillRect/>
          </a:stretch>
        </p:blipFill>
        <p:spPr>
          <a:xfrm>
            <a:off x="153097" y="4471635"/>
            <a:ext cx="7379079" cy="958899"/>
          </a:xfrm>
          <a:prstGeom prst="rect">
            <a:avLst/>
          </a:prstGeom>
        </p:spPr>
      </p:pic>
      <p:sp>
        <p:nvSpPr>
          <p:cNvPr id="11" name="TextBox 10">
            <a:extLst>
              <a:ext uri="{FF2B5EF4-FFF2-40B4-BE49-F238E27FC236}">
                <a16:creationId xmlns:a16="http://schemas.microsoft.com/office/drawing/2014/main" id="{234A2784-AACC-AB9D-D6BF-EA406BF99100}"/>
              </a:ext>
            </a:extLst>
          </p:cNvPr>
          <p:cNvSpPr txBox="1"/>
          <p:nvPr/>
        </p:nvSpPr>
        <p:spPr>
          <a:xfrm>
            <a:off x="979714" y="2852057"/>
            <a:ext cx="1785258" cy="261610"/>
          </a:xfrm>
          <a:prstGeom prst="rect">
            <a:avLst/>
          </a:prstGeom>
          <a:solidFill>
            <a:schemeClr val="bg1"/>
          </a:solidFill>
        </p:spPr>
        <p:txBody>
          <a:bodyPr wrap="square" rtlCol="0">
            <a:spAutoFit/>
          </a:bodyPr>
          <a:lstStyle/>
          <a:p>
            <a:r>
              <a:rPr lang="en-IN" sz="1100" dirty="0"/>
              <a:t>Line manager name</a:t>
            </a:r>
          </a:p>
        </p:txBody>
      </p:sp>
      <p:sp>
        <p:nvSpPr>
          <p:cNvPr id="12" name="TextBox 11">
            <a:extLst>
              <a:ext uri="{FF2B5EF4-FFF2-40B4-BE49-F238E27FC236}">
                <a16:creationId xmlns:a16="http://schemas.microsoft.com/office/drawing/2014/main" id="{DC2A28F4-FA7C-ACD7-A29B-F643B1A8002A}"/>
              </a:ext>
            </a:extLst>
          </p:cNvPr>
          <p:cNvSpPr txBox="1"/>
          <p:nvPr/>
        </p:nvSpPr>
        <p:spPr>
          <a:xfrm>
            <a:off x="751114" y="4582886"/>
            <a:ext cx="1807029" cy="261610"/>
          </a:xfrm>
          <a:prstGeom prst="rect">
            <a:avLst/>
          </a:prstGeom>
          <a:solidFill>
            <a:schemeClr val="bg1"/>
          </a:solidFill>
        </p:spPr>
        <p:txBody>
          <a:bodyPr wrap="square" rtlCol="0">
            <a:spAutoFit/>
          </a:bodyPr>
          <a:lstStyle/>
          <a:p>
            <a:r>
              <a:rPr lang="en-IN" sz="1100" dirty="0"/>
              <a:t>Employee Name</a:t>
            </a:r>
          </a:p>
        </p:txBody>
      </p:sp>
    </p:spTree>
    <p:extLst>
      <p:ext uri="{BB962C8B-B14F-4D97-AF65-F5344CB8AC3E}">
        <p14:creationId xmlns:p14="http://schemas.microsoft.com/office/powerpoint/2010/main" val="1696191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6ED79-9138-E5E5-5E81-EF6F3B903C0C}"/>
              </a:ext>
            </a:extLst>
          </p:cNvPr>
          <p:cNvSpPr>
            <a:spLocks noGrp="1"/>
          </p:cNvSpPr>
          <p:nvPr>
            <p:ph type="title"/>
          </p:nvPr>
        </p:nvSpPr>
        <p:spPr>
          <a:xfrm>
            <a:off x="0" y="-295605"/>
            <a:ext cx="11228799" cy="1143200"/>
          </a:xfrm>
        </p:spPr>
        <p:txBody>
          <a:bodyPr>
            <a:normAutofit/>
          </a:bodyPr>
          <a:lstStyle/>
          <a:p>
            <a:r>
              <a:rPr lang="en-IN" sz="1800"/>
              <a:t>Navigate to the performance document for which your approval is pending and click ‘See details’</a:t>
            </a:r>
            <a:br>
              <a:rPr lang="en-IN" sz="1800"/>
            </a:br>
            <a:r>
              <a:rPr lang="en-IN" sz="1800"/>
              <a:t>Then click on ‘Approve’ and then ‘Submit’</a:t>
            </a:r>
            <a:endParaRPr lang="en-IN" sz="1800" dirty="0"/>
          </a:p>
        </p:txBody>
      </p:sp>
      <p:pic>
        <p:nvPicPr>
          <p:cNvPr id="10" name="Picture 9">
            <a:extLst>
              <a:ext uri="{FF2B5EF4-FFF2-40B4-BE49-F238E27FC236}">
                <a16:creationId xmlns:a16="http://schemas.microsoft.com/office/drawing/2014/main" id="{FDB81843-EECC-F6B8-E2C5-86E57F15B1C4}"/>
              </a:ext>
            </a:extLst>
          </p:cNvPr>
          <p:cNvPicPr>
            <a:picLocks noChangeAspect="1"/>
          </p:cNvPicPr>
          <p:nvPr/>
        </p:nvPicPr>
        <p:blipFill>
          <a:blip r:embed="rId2"/>
          <a:stretch>
            <a:fillRect/>
          </a:stretch>
        </p:blipFill>
        <p:spPr>
          <a:xfrm>
            <a:off x="4776010" y="4634357"/>
            <a:ext cx="3772094" cy="1892397"/>
          </a:xfrm>
          <a:prstGeom prst="rect">
            <a:avLst/>
          </a:prstGeom>
        </p:spPr>
      </p:pic>
      <p:pic>
        <p:nvPicPr>
          <p:cNvPr id="3" name="Picture 2">
            <a:extLst>
              <a:ext uri="{FF2B5EF4-FFF2-40B4-BE49-F238E27FC236}">
                <a16:creationId xmlns:a16="http://schemas.microsoft.com/office/drawing/2014/main" id="{5C6405B7-27B6-8CA2-8A23-7A08D116B790}"/>
              </a:ext>
            </a:extLst>
          </p:cNvPr>
          <p:cNvPicPr>
            <a:picLocks noChangeAspect="1"/>
          </p:cNvPicPr>
          <p:nvPr/>
        </p:nvPicPr>
        <p:blipFill>
          <a:blip r:embed="rId3"/>
          <a:stretch>
            <a:fillRect/>
          </a:stretch>
        </p:blipFill>
        <p:spPr>
          <a:xfrm>
            <a:off x="495099" y="1017859"/>
            <a:ext cx="3740342" cy="2843053"/>
          </a:xfrm>
          <a:prstGeom prst="rect">
            <a:avLst/>
          </a:prstGeom>
        </p:spPr>
      </p:pic>
      <p:pic>
        <p:nvPicPr>
          <p:cNvPr id="4" name="Picture 3">
            <a:extLst>
              <a:ext uri="{FF2B5EF4-FFF2-40B4-BE49-F238E27FC236}">
                <a16:creationId xmlns:a16="http://schemas.microsoft.com/office/drawing/2014/main" id="{243360DB-0424-A78F-229E-3FD0095392F5}"/>
              </a:ext>
            </a:extLst>
          </p:cNvPr>
          <p:cNvPicPr>
            <a:picLocks noChangeAspect="1"/>
          </p:cNvPicPr>
          <p:nvPr/>
        </p:nvPicPr>
        <p:blipFill>
          <a:blip r:embed="rId4"/>
          <a:stretch>
            <a:fillRect/>
          </a:stretch>
        </p:blipFill>
        <p:spPr>
          <a:xfrm>
            <a:off x="5094514" y="670456"/>
            <a:ext cx="5638800" cy="3618515"/>
          </a:xfrm>
          <a:prstGeom prst="rect">
            <a:avLst/>
          </a:prstGeom>
        </p:spPr>
      </p:pic>
    </p:spTree>
    <p:extLst>
      <p:ext uri="{BB962C8B-B14F-4D97-AF65-F5344CB8AC3E}">
        <p14:creationId xmlns:p14="http://schemas.microsoft.com/office/powerpoint/2010/main" val="119948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4A9AB-F468-1542-EEB0-591ED388E2DA}"/>
            </a:ext>
          </a:extLst>
        </p:cNvPr>
        <p:cNvGrpSpPr/>
        <p:nvPr/>
      </p:nvGrpSpPr>
      <p:grpSpPr>
        <a:xfrm>
          <a:off x="0" y="0"/>
          <a:ext cx="0" cy="0"/>
          <a:chOff x="0" y="0"/>
          <a:chExt cx="0" cy="0"/>
        </a:xfrm>
      </p:grpSpPr>
      <p:pic>
        <p:nvPicPr>
          <p:cNvPr id="858114" name="Picture 2" descr="14H00493">
            <a:extLst>
              <a:ext uri="{FF2B5EF4-FFF2-40B4-BE49-F238E27FC236}">
                <a16:creationId xmlns:a16="http://schemas.microsoft.com/office/drawing/2014/main" id="{CB805882-7931-950F-15C9-9750C54249E8}"/>
              </a:ext>
            </a:extLst>
          </p:cNvPr>
          <p:cNvPicPr>
            <a:picLocks noChangeAspect="1" noChangeArrowheads="1"/>
          </p:cNvPicPr>
          <p:nvPr/>
        </p:nvPicPr>
        <p:blipFill>
          <a:blip r:embed="rId3" cstate="print"/>
          <a:srcRect/>
          <a:stretch>
            <a:fillRect/>
          </a:stretch>
        </p:blipFill>
        <p:spPr bwMode="auto">
          <a:xfrm>
            <a:off x="0" y="0"/>
            <a:ext cx="12192000" cy="6858000"/>
          </a:xfrm>
          <a:prstGeom prst="rect">
            <a:avLst/>
          </a:prstGeom>
          <a:noFill/>
        </p:spPr>
      </p:pic>
      <p:sp>
        <p:nvSpPr>
          <p:cNvPr id="858115" name="Freeform 3">
            <a:extLst>
              <a:ext uri="{FF2B5EF4-FFF2-40B4-BE49-F238E27FC236}">
                <a16:creationId xmlns:a16="http://schemas.microsoft.com/office/drawing/2014/main" id="{431D2C71-445D-31AA-37AD-4D4BC109DC00}"/>
              </a:ext>
            </a:extLst>
          </p:cNvPr>
          <p:cNvSpPr>
            <a:spLocks/>
          </p:cNvSpPr>
          <p:nvPr/>
        </p:nvSpPr>
        <p:spPr bwMode="auto">
          <a:xfrm>
            <a:off x="1242557" y="3581403"/>
            <a:ext cx="7017588" cy="1246188"/>
          </a:xfrm>
          <a:custGeom>
            <a:avLst/>
            <a:gdLst/>
            <a:ahLst/>
            <a:cxnLst>
              <a:cxn ang="0">
                <a:pos x="4888" y="0"/>
              </a:cxn>
              <a:cxn ang="0">
                <a:pos x="0" y="1"/>
              </a:cxn>
              <a:cxn ang="0">
                <a:pos x="0" y="865"/>
              </a:cxn>
              <a:cxn ang="0">
                <a:pos x="4718" y="865"/>
              </a:cxn>
              <a:cxn ang="0">
                <a:pos x="4888" y="0"/>
              </a:cxn>
            </a:cxnLst>
            <a:rect l="0" t="0" r="r" b="b"/>
            <a:pathLst>
              <a:path w="4888" h="865">
                <a:moveTo>
                  <a:pt x="4888" y="0"/>
                </a:moveTo>
                <a:lnTo>
                  <a:pt x="0" y="1"/>
                </a:lnTo>
                <a:lnTo>
                  <a:pt x="0" y="865"/>
                </a:lnTo>
                <a:lnTo>
                  <a:pt x="4718" y="865"/>
                </a:lnTo>
                <a:lnTo>
                  <a:pt x="4888" y="0"/>
                </a:lnTo>
                <a:close/>
              </a:path>
            </a:pathLst>
          </a:custGeom>
          <a:solidFill>
            <a:schemeClr val="tx1"/>
          </a:solidFill>
          <a:ln w="9525">
            <a:noFill/>
            <a:round/>
            <a:headEnd/>
            <a:tailEnd/>
          </a:ln>
          <a:effectLst/>
        </p:spPr>
        <p:txBody>
          <a:bodyPr lIns="90113" tIns="45057" rIns="90113" bIns="45057"/>
          <a:lstStyle/>
          <a:p>
            <a:pPr defTabSz="826061"/>
            <a:endParaRPr lang="en-US" sz="1265" dirty="0"/>
          </a:p>
        </p:txBody>
      </p:sp>
      <p:sp>
        <p:nvSpPr>
          <p:cNvPr id="858116" name="Text Box 4">
            <a:extLst>
              <a:ext uri="{FF2B5EF4-FFF2-40B4-BE49-F238E27FC236}">
                <a16:creationId xmlns:a16="http://schemas.microsoft.com/office/drawing/2014/main" id="{CD93AC16-49A7-20CE-D4C7-CB0ECDA89228}"/>
              </a:ext>
            </a:extLst>
          </p:cNvPr>
          <p:cNvSpPr txBox="1">
            <a:spLocks noChangeArrowheads="1"/>
          </p:cNvSpPr>
          <p:nvPr/>
        </p:nvSpPr>
        <p:spPr bwMode="auto">
          <a:xfrm>
            <a:off x="1691807" y="3997327"/>
            <a:ext cx="4418136" cy="528637"/>
          </a:xfrm>
          <a:prstGeom prst="rect">
            <a:avLst/>
          </a:prstGeom>
          <a:noFill/>
          <a:ln w="9525">
            <a:noFill/>
            <a:miter lim="800000"/>
            <a:headEnd/>
            <a:tailEnd/>
          </a:ln>
          <a:effectLst/>
        </p:spPr>
        <p:txBody>
          <a:bodyPr lIns="82772" tIns="41385" rIns="82772" bIns="41385">
            <a:spAutoFit/>
          </a:bodyPr>
          <a:lstStyle/>
          <a:p>
            <a:pPr defTabSz="943391">
              <a:spcBef>
                <a:spcPct val="50000"/>
              </a:spcBef>
            </a:pPr>
            <a:r>
              <a:rPr lang="en-US" sz="2892" b="1" i="1" dirty="0">
                <a:solidFill>
                  <a:schemeClr val="bg2"/>
                </a:solidFill>
                <a:latin typeface="EYInterstate Light" panose="02000506000000020004" pitchFamily="2" charset="0"/>
              </a:rPr>
              <a:t>HR/Reviewer Approvals</a:t>
            </a:r>
            <a:endParaRPr lang="en-US" sz="2892" i="1" dirty="0">
              <a:solidFill>
                <a:schemeClr val="bg2"/>
              </a:solidFill>
              <a:latin typeface="EYInterstate Light" panose="02000506000000020004" pitchFamily="2" charset="0"/>
            </a:endParaRPr>
          </a:p>
        </p:txBody>
      </p:sp>
    </p:spTree>
    <p:extLst>
      <p:ext uri="{BB962C8B-B14F-4D97-AF65-F5344CB8AC3E}">
        <p14:creationId xmlns:p14="http://schemas.microsoft.com/office/powerpoint/2010/main" val="2551231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DAEDBCF-4D3A-841E-EFB4-674954E5CA58}"/>
              </a:ext>
            </a:extLst>
          </p:cNvPr>
          <p:cNvSpPr>
            <a:spLocks noGrp="1"/>
          </p:cNvSpPr>
          <p:nvPr>
            <p:ph type="title"/>
          </p:nvPr>
        </p:nvSpPr>
        <p:spPr>
          <a:xfrm>
            <a:off x="378883" y="139824"/>
            <a:ext cx="11228799" cy="1612776"/>
          </a:xfrm>
        </p:spPr>
        <p:txBody>
          <a:bodyPr>
            <a:normAutofit/>
          </a:bodyPr>
          <a:lstStyle/>
          <a:p>
            <a:r>
              <a:rPr lang="en-IN" sz="2000" dirty="0"/>
              <a:t>Approval by HR </a:t>
            </a:r>
            <a:r>
              <a:rPr lang="en-IN" sz="2000" dirty="0" err="1"/>
              <a:t>Spoc</a:t>
            </a:r>
            <a:br>
              <a:rPr lang="en-IN" sz="2000" dirty="0"/>
            </a:br>
            <a:r>
              <a:rPr lang="en-IN" sz="2000" dirty="0"/>
              <a:t>There are two ways to approve</a:t>
            </a:r>
            <a:br>
              <a:rPr lang="en-IN" sz="2000" dirty="0"/>
            </a:br>
            <a:r>
              <a:rPr lang="en-IN" sz="2000" dirty="0"/>
              <a:t>1. Approving directly from the notification as shown below</a:t>
            </a:r>
            <a:br>
              <a:rPr lang="en-IN" sz="2000" dirty="0"/>
            </a:br>
            <a:r>
              <a:rPr lang="en-IN" sz="2000" dirty="0"/>
              <a:t>2. By accessing the performance document from the notification (shown in the subsequent slides) and then approving the same</a:t>
            </a:r>
          </a:p>
        </p:txBody>
      </p:sp>
      <p:pic>
        <p:nvPicPr>
          <p:cNvPr id="3" name="Picture 2">
            <a:extLst>
              <a:ext uri="{FF2B5EF4-FFF2-40B4-BE49-F238E27FC236}">
                <a16:creationId xmlns:a16="http://schemas.microsoft.com/office/drawing/2014/main" id="{CE16B8A0-37FC-95FA-3332-D6BED6F208E1}"/>
              </a:ext>
            </a:extLst>
          </p:cNvPr>
          <p:cNvPicPr>
            <a:picLocks noChangeAspect="1"/>
          </p:cNvPicPr>
          <p:nvPr/>
        </p:nvPicPr>
        <p:blipFill>
          <a:blip r:embed="rId2"/>
          <a:stretch>
            <a:fillRect/>
          </a:stretch>
        </p:blipFill>
        <p:spPr>
          <a:xfrm>
            <a:off x="773544" y="1752600"/>
            <a:ext cx="9665197" cy="4429266"/>
          </a:xfrm>
          <a:prstGeom prst="rect">
            <a:avLst/>
          </a:prstGeom>
        </p:spPr>
      </p:pic>
    </p:spTree>
    <p:extLst>
      <p:ext uri="{BB962C8B-B14F-4D97-AF65-F5344CB8AC3E}">
        <p14:creationId xmlns:p14="http://schemas.microsoft.com/office/powerpoint/2010/main" val="2499521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D75A4-A55A-1F67-3EB3-9F7B1900BCED}"/>
              </a:ext>
            </a:extLst>
          </p:cNvPr>
          <p:cNvSpPr>
            <a:spLocks noGrp="1"/>
          </p:cNvSpPr>
          <p:nvPr>
            <p:ph type="title"/>
          </p:nvPr>
        </p:nvSpPr>
        <p:spPr>
          <a:xfrm>
            <a:off x="146320" y="-350033"/>
            <a:ext cx="11228799" cy="1143200"/>
          </a:xfrm>
        </p:spPr>
        <p:txBody>
          <a:bodyPr>
            <a:normAutofit/>
          </a:bodyPr>
          <a:lstStyle/>
          <a:p>
            <a:r>
              <a:rPr lang="en-IN" sz="1800" dirty="0"/>
              <a:t>Accessing the performance document from the notification</a:t>
            </a:r>
          </a:p>
        </p:txBody>
      </p:sp>
      <p:pic>
        <p:nvPicPr>
          <p:cNvPr id="4" name="Picture 3">
            <a:extLst>
              <a:ext uri="{FF2B5EF4-FFF2-40B4-BE49-F238E27FC236}">
                <a16:creationId xmlns:a16="http://schemas.microsoft.com/office/drawing/2014/main" id="{F82F4CAF-9BD0-C7E8-1025-E4A12E38BEDA}"/>
              </a:ext>
            </a:extLst>
          </p:cNvPr>
          <p:cNvPicPr>
            <a:picLocks noChangeAspect="1"/>
          </p:cNvPicPr>
          <p:nvPr/>
        </p:nvPicPr>
        <p:blipFill>
          <a:blip r:embed="rId2"/>
          <a:stretch>
            <a:fillRect/>
          </a:stretch>
        </p:blipFill>
        <p:spPr>
          <a:xfrm>
            <a:off x="0" y="1488097"/>
            <a:ext cx="3092609" cy="2749691"/>
          </a:xfrm>
          <a:prstGeom prst="rect">
            <a:avLst/>
          </a:prstGeom>
        </p:spPr>
      </p:pic>
      <p:pic>
        <p:nvPicPr>
          <p:cNvPr id="7" name="Picture 6">
            <a:extLst>
              <a:ext uri="{FF2B5EF4-FFF2-40B4-BE49-F238E27FC236}">
                <a16:creationId xmlns:a16="http://schemas.microsoft.com/office/drawing/2014/main" id="{AA6B7386-8037-9865-4368-9349298557CE}"/>
              </a:ext>
            </a:extLst>
          </p:cNvPr>
          <p:cNvPicPr>
            <a:picLocks noChangeAspect="1"/>
          </p:cNvPicPr>
          <p:nvPr/>
        </p:nvPicPr>
        <p:blipFill>
          <a:blip r:embed="rId3"/>
          <a:stretch>
            <a:fillRect/>
          </a:stretch>
        </p:blipFill>
        <p:spPr>
          <a:xfrm>
            <a:off x="3448033" y="1260860"/>
            <a:ext cx="3740342" cy="2843053"/>
          </a:xfrm>
          <a:prstGeom prst="rect">
            <a:avLst/>
          </a:prstGeom>
        </p:spPr>
      </p:pic>
      <p:pic>
        <p:nvPicPr>
          <p:cNvPr id="9" name="Picture 8">
            <a:extLst>
              <a:ext uri="{FF2B5EF4-FFF2-40B4-BE49-F238E27FC236}">
                <a16:creationId xmlns:a16="http://schemas.microsoft.com/office/drawing/2014/main" id="{67B2CB32-C00D-5101-E9A2-F9F6BCBE7B38}"/>
              </a:ext>
            </a:extLst>
          </p:cNvPr>
          <p:cNvPicPr>
            <a:picLocks noChangeAspect="1"/>
          </p:cNvPicPr>
          <p:nvPr/>
        </p:nvPicPr>
        <p:blipFill>
          <a:blip r:embed="rId4"/>
          <a:stretch>
            <a:fillRect/>
          </a:stretch>
        </p:blipFill>
        <p:spPr>
          <a:xfrm>
            <a:off x="7391400" y="489857"/>
            <a:ext cx="4654280" cy="5145447"/>
          </a:xfrm>
          <a:prstGeom prst="rect">
            <a:avLst/>
          </a:prstGeom>
        </p:spPr>
      </p:pic>
    </p:spTree>
    <p:extLst>
      <p:ext uri="{BB962C8B-B14F-4D97-AF65-F5344CB8AC3E}">
        <p14:creationId xmlns:p14="http://schemas.microsoft.com/office/powerpoint/2010/main" val="630087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BA48130-960F-4E32-A8E2-957A454D2FDB}"/>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9993167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2175</TotalTime>
  <Words>415</Words>
  <Application>Microsoft Office PowerPoint</Application>
  <PresentationFormat>Widescreen</PresentationFormat>
  <Paragraphs>29</Paragraphs>
  <Slides>21</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Aptos Display</vt:lpstr>
      <vt:lpstr>Arial</vt:lpstr>
      <vt:lpstr>EYInterstate Light</vt:lpstr>
      <vt:lpstr>Sky Text</vt:lpstr>
      <vt:lpstr>Tahoma</vt:lpstr>
      <vt:lpstr>Office Theme</vt:lpstr>
      <vt:lpstr>PowerPoint Presentation</vt:lpstr>
      <vt:lpstr>PowerPoint Presentation</vt:lpstr>
      <vt:lpstr>At the start of the Probation employee will go to the ‘Goal Centre’ to set probation goals. Me &gt; Career and Performance &gt; Goal Centre</vt:lpstr>
      <vt:lpstr>Select the Probation Assessment Review Period and click ‘Add’ to add goals.</vt:lpstr>
      <vt:lpstr>Add probation goals and submit for manager’s approval</vt:lpstr>
      <vt:lpstr>PowerPoint Presentation</vt:lpstr>
      <vt:lpstr>Log in to the system My Team &gt; Performance</vt:lpstr>
      <vt:lpstr>Select the Probation Document </vt:lpstr>
      <vt:lpstr>Scroll down to the Goals section and provide rating and comments in the goal and click ‘Save and Next’ Repeat the same process for all the goal items and click ‘Save and Close’</vt:lpstr>
      <vt:lpstr>Scroll down to the Competency Section and provide rating and comments in the competency item and click ‘Save and Next’. Repeat the same steps for all competency items and click ‘Save and Close’ </vt:lpstr>
      <vt:lpstr>Scroll down to the Overall Summary – Probation section and provide comments and comment and click ‘Save and Close’</vt:lpstr>
      <vt:lpstr>After providing all the ratings and comments click on ‘Submit’ to send for approval.</vt:lpstr>
      <vt:lpstr>PowerPoint Presentation</vt:lpstr>
      <vt:lpstr>Approval by Reviewer There are three ways to approve 1. Approving directly from the notification as shown below 2. By accessing the performance document from the notification (shown in the subsequent slides) and then approving the same 3. By accessing the performance document from My Team &gt; Performance Overview and approving it</vt:lpstr>
      <vt:lpstr>Accessing the performance document from the notification</vt:lpstr>
      <vt:lpstr>Go to My Team &gt; Performance Overview select the review period Click on the link highlighted in the below image right next to the employee for whom you want to list the indirect reports Click on the employee name for whom you want to approve the document. </vt:lpstr>
      <vt:lpstr>Navigate to the performance document for which your approval is pending and click ‘See details’ Then click on ‘Approve’ and then ‘Submit’</vt:lpstr>
      <vt:lpstr>PowerPoint Presentation</vt:lpstr>
      <vt:lpstr>Approval by HR Spoc There are two ways to approve 1. Approving directly from the notification as shown below 2. By accessing the performance document from the notification (shown in the subsequent slides) and then approving the same</vt:lpstr>
      <vt:lpstr>Accessing the performance document from the notification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Debashish Mohapatra</dc:creator>
  <cp:lastModifiedBy>Abhishek Maurya</cp:lastModifiedBy>
  <cp:revision>98</cp:revision>
  <dcterms:created xsi:type="dcterms:W3CDTF">2024-11-21T10:51:47Z</dcterms:created>
  <dcterms:modified xsi:type="dcterms:W3CDTF">2025-07-30T10:24:26Z</dcterms:modified>
</cp:coreProperties>
</file>