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0"/>
  </p:notesMasterIdLst>
  <p:sldIdLst>
    <p:sldId id="49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Inter Light" panose="020B0604020202020204" charset="0"/>
      <p:regular r:id="rId21"/>
      <p:bold r:id="rId22"/>
      <p:italic r:id="rId23"/>
      <p:boldItalic r:id="rId24"/>
    </p:embeddedFont>
    <p:embeddedFont>
      <p:font typeface="Play" panose="020B0604020202020204" charset="0"/>
      <p:regular r:id="rId25"/>
      <p:bold r:id="rId26"/>
    </p:embeddedFont>
    <p:embeddedFont>
      <p:font typeface="Tahoma" panose="020B0604030504040204" pitchFamily="3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a:t>
            </a:fld>
            <a:endParaRPr>
              <a:solidFill>
                <a:srgbClr val="000000"/>
              </a:solidFill>
            </a:endParaRPr>
          </a:p>
        </p:txBody>
      </p:sp>
      <p:sp>
        <p:nvSpPr>
          <p:cNvPr id="101" name="Google Shape;101;p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8</a:t>
            </a:fld>
            <a:endParaRPr>
              <a:solidFill>
                <a:srgbClr val="000000"/>
              </a:solidFill>
            </a:endParaRPr>
          </a:p>
        </p:txBody>
      </p:sp>
      <p:sp>
        <p:nvSpPr>
          <p:cNvPr id="142" name="Google Shape;142;p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11</a:t>
            </a:fld>
            <a:endParaRPr>
              <a:solidFill>
                <a:srgbClr val="000000"/>
              </a:solidFill>
            </a:endParaRPr>
          </a:p>
        </p:txBody>
      </p:sp>
      <p:sp>
        <p:nvSpPr>
          <p:cNvPr id="164" name="Google Shape;164;p1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 name="Google Shape;16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15</a:t>
            </a:fld>
            <a:endParaRPr>
              <a:solidFill>
                <a:srgbClr val="000000"/>
              </a:solidFill>
            </a:endParaRPr>
          </a:p>
        </p:txBody>
      </p:sp>
      <p:sp>
        <p:nvSpPr>
          <p:cNvPr id="195" name="Google Shape;195;p1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6" name="Google Shape;19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eader, Sub-header &amp; body copy WHITE">
  <p:cSld name="Header, Sub-header &amp; body copy WHITE">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CE0B10"/>
              </a:buClr>
              <a:buSzPts val="4533"/>
              <a:buFont typeface="Tahoma"/>
              <a:buNone/>
              <a:defRPr sz="4533" b="0" i="0">
                <a:solidFill>
                  <a:srgbClr val="A7287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379200" y="1708801"/>
            <a:ext cx="11277600" cy="4042833"/>
          </a:xfrm>
          <a:prstGeom prst="rect">
            <a:avLst/>
          </a:prstGeom>
          <a:noFill/>
          <a:ln>
            <a:noFill/>
          </a:ln>
        </p:spPr>
        <p:txBody>
          <a:bodyPr spcFirstLastPara="1" wrap="square" lIns="91425" tIns="45700" rIns="91425" bIns="45700" anchor="t" anchorCtr="0">
            <a:noAutofit/>
          </a:bodyPr>
          <a:lstStyle>
            <a:lvl1pPr marL="457200" lvl="0" indent="-330200" algn="l">
              <a:lnSpc>
                <a:spcPct val="90000"/>
              </a:lnSpc>
              <a:spcBef>
                <a:spcPts val="1000"/>
              </a:spcBef>
              <a:spcAft>
                <a:spcPts val="0"/>
              </a:spcAft>
              <a:buClr>
                <a:srgbClr val="7F7F7F"/>
              </a:buClr>
              <a:buSzPts val="1600"/>
              <a:buChar char="•"/>
              <a:defRPr sz="1600" b="0" i="0">
                <a:solidFill>
                  <a:srgbClr val="7F7F7F"/>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379200" y="1171201"/>
            <a:ext cx="8902000" cy="692399"/>
          </a:xfrm>
          <a:prstGeom prst="rect">
            <a:avLst/>
          </a:prstGeom>
          <a:noFill/>
          <a:ln>
            <a:noFill/>
          </a:ln>
        </p:spPr>
        <p:txBody>
          <a:bodyPr spcFirstLastPara="1" wrap="square" lIns="91425" tIns="45700" rIns="91425" bIns="45700" anchor="t" anchorCtr="0">
            <a:normAutofit/>
          </a:bodyPr>
          <a:lstStyle>
            <a:lvl1pPr marL="457200" lvl="0" indent="-228600" algn="l">
              <a:lnSpc>
                <a:spcPct val="125000"/>
              </a:lnSpc>
              <a:spcBef>
                <a:spcPts val="0"/>
              </a:spcBef>
              <a:spcAft>
                <a:spcPts val="0"/>
              </a:spcAft>
              <a:buClr>
                <a:srgbClr val="FFFFFF"/>
              </a:buClr>
              <a:buSzPts val="1867"/>
              <a:buNone/>
              <a:defRPr sz="1867" b="0" i="0">
                <a:solidFill>
                  <a:srgbClr val="000000"/>
                </a:solidFill>
                <a:latin typeface="Arial"/>
                <a:ea typeface="Arial"/>
                <a:cs typeface="Arial"/>
                <a:sym typeface="Arial"/>
              </a:defRPr>
            </a:lvl1pPr>
            <a:lvl2pPr marL="914400" lvl="1" indent="-228600" algn="l">
              <a:lnSpc>
                <a:spcPct val="100000"/>
              </a:lnSpc>
              <a:spcBef>
                <a:spcPts val="0"/>
              </a:spcBef>
              <a:spcAft>
                <a:spcPts val="0"/>
              </a:spcAft>
              <a:buClr>
                <a:srgbClr val="FFFFFF"/>
              </a:buClr>
              <a:buSzPts val="2667"/>
              <a:buNone/>
              <a:defRPr sz="2667" b="1">
                <a:solidFill>
                  <a:srgbClr val="FFFFFF"/>
                </a:solidFill>
                <a:latin typeface="Tahoma"/>
                <a:ea typeface="Tahoma"/>
                <a:cs typeface="Tahoma"/>
                <a:sym typeface="Tahoma"/>
              </a:defRPr>
            </a:lvl2pPr>
            <a:lvl3pPr marL="1371600" lvl="2" indent="-228600" algn="l">
              <a:lnSpc>
                <a:spcPct val="114285"/>
              </a:lnSpc>
              <a:spcBef>
                <a:spcPts val="0"/>
              </a:spcBef>
              <a:spcAft>
                <a:spcPts val="0"/>
              </a:spcAft>
              <a:buClr>
                <a:srgbClr val="FFFFFF"/>
              </a:buClr>
              <a:buSzPts val="2667"/>
              <a:buNone/>
              <a:defRPr sz="2667" b="1">
                <a:solidFill>
                  <a:srgbClr val="FFFFFF"/>
                </a:solidFill>
                <a:latin typeface="Tahoma"/>
                <a:ea typeface="Tahoma"/>
                <a:cs typeface="Tahoma"/>
                <a:sym typeface="Tahoma"/>
              </a:defRPr>
            </a:lvl3pPr>
            <a:lvl4pPr marL="1828800" lvl="3" indent="-228600" algn="l">
              <a:lnSpc>
                <a:spcPct val="133333"/>
              </a:lnSpc>
              <a:spcBef>
                <a:spcPts val="0"/>
              </a:spcBef>
              <a:spcAft>
                <a:spcPts val="0"/>
              </a:spcAft>
              <a:buClr>
                <a:srgbClr val="FFFFFF"/>
              </a:buClr>
              <a:buSzPts val="2667"/>
              <a:buNone/>
              <a:defRPr sz="2667" b="1">
                <a:solidFill>
                  <a:srgbClr val="FFFFFF"/>
                </a:solidFill>
                <a:latin typeface="Tahoma"/>
                <a:ea typeface="Tahoma"/>
                <a:cs typeface="Tahoma"/>
                <a:sym typeface="Tahoma"/>
              </a:defRPr>
            </a:lvl4pPr>
            <a:lvl5pPr marL="2286000" lvl="4" indent="-228600" algn="l">
              <a:lnSpc>
                <a:spcPct val="133333"/>
              </a:lnSpc>
              <a:spcBef>
                <a:spcPts val="0"/>
              </a:spcBef>
              <a:spcAft>
                <a:spcPts val="0"/>
              </a:spcAft>
              <a:buClr>
                <a:srgbClr val="FFFFFF"/>
              </a:buClr>
              <a:buSzPts val="2667"/>
              <a:buNone/>
              <a:defRPr sz="2667" b="1">
                <a:solidFill>
                  <a:srgbClr val="FFFFFF"/>
                </a:solidFill>
                <a:latin typeface="Tahoma"/>
                <a:ea typeface="Tahoma"/>
                <a:cs typeface="Tahoma"/>
                <a:sym typeface="Tahoma"/>
              </a:defRPr>
            </a:lvl5pPr>
            <a:lvl6pPr marL="2743200" lvl="5" indent="-397954" algn="l">
              <a:lnSpc>
                <a:spcPct val="90000"/>
              </a:lnSpc>
              <a:spcBef>
                <a:spcPts val="0"/>
              </a:spcBef>
              <a:spcAft>
                <a:spcPts val="0"/>
              </a:spcAft>
              <a:buClr>
                <a:srgbClr val="FFFFFF"/>
              </a:buClr>
              <a:buSzPts val="2667"/>
              <a:buFont typeface="Tahoma"/>
              <a:buChar char="•"/>
              <a:defRPr sz="2667" b="1">
                <a:solidFill>
                  <a:srgbClr val="FFFFFF"/>
                </a:solidFill>
                <a:latin typeface="Tahoma"/>
                <a:ea typeface="Tahoma"/>
                <a:cs typeface="Tahoma"/>
                <a:sym typeface="Tahoma"/>
              </a:defRPr>
            </a:lvl6pPr>
            <a:lvl7pPr marL="3200400" lvl="6" indent="-397954" algn="l">
              <a:lnSpc>
                <a:spcPct val="90000"/>
              </a:lnSpc>
              <a:spcBef>
                <a:spcPts val="0"/>
              </a:spcBef>
              <a:spcAft>
                <a:spcPts val="0"/>
              </a:spcAft>
              <a:buClr>
                <a:srgbClr val="FFFFFF"/>
              </a:buClr>
              <a:buSzPts val="2667"/>
              <a:buFont typeface="Tahoma"/>
              <a:buChar char="•"/>
              <a:defRPr sz="2667" b="1">
                <a:solidFill>
                  <a:srgbClr val="FFFFFF"/>
                </a:solidFill>
                <a:latin typeface="Tahoma"/>
                <a:ea typeface="Tahoma"/>
                <a:cs typeface="Tahoma"/>
                <a:sym typeface="Tahoma"/>
              </a:defRPr>
            </a:lvl7pPr>
            <a:lvl8pPr marL="3657600" lvl="7" indent="-397954" algn="l">
              <a:lnSpc>
                <a:spcPct val="90000"/>
              </a:lnSpc>
              <a:spcBef>
                <a:spcPts val="0"/>
              </a:spcBef>
              <a:spcAft>
                <a:spcPts val="0"/>
              </a:spcAft>
              <a:buClr>
                <a:srgbClr val="FFFFFF"/>
              </a:buClr>
              <a:buSzPts val="2667"/>
              <a:buFont typeface="Tahoma"/>
              <a:buChar char="•"/>
              <a:defRPr sz="2667" b="1">
                <a:solidFill>
                  <a:srgbClr val="FFFFFF"/>
                </a:solidFill>
                <a:latin typeface="Tahoma"/>
                <a:ea typeface="Tahoma"/>
                <a:cs typeface="Tahoma"/>
                <a:sym typeface="Tahoma"/>
              </a:defRPr>
            </a:lvl8pPr>
            <a:lvl9pPr marL="4114800" lvl="8" indent="-397954" algn="l">
              <a:lnSpc>
                <a:spcPct val="90000"/>
              </a:lnSpc>
              <a:spcBef>
                <a:spcPts val="0"/>
              </a:spcBef>
              <a:spcAft>
                <a:spcPts val="0"/>
              </a:spcAft>
              <a:buClr>
                <a:srgbClr val="FFFFFF"/>
              </a:buClr>
              <a:buSzPts val="2667"/>
              <a:buFont typeface="Tahoma"/>
              <a:buChar char="•"/>
              <a:defRPr sz="2667" b="1">
                <a:solidFill>
                  <a:srgbClr val="FFFFFF"/>
                </a:solidFill>
                <a:latin typeface="Tahoma"/>
                <a:ea typeface="Tahoma"/>
                <a:cs typeface="Tahoma"/>
                <a:sym typeface="Tahoma"/>
              </a:defRPr>
            </a:lvl9pPr>
          </a:lstStyle>
          <a:p>
            <a:endParaRPr/>
          </a:p>
        </p:txBody>
      </p:sp>
      <p:sp>
        <p:nvSpPr>
          <p:cNvPr id="19" name="Google Shape;19;p2"/>
          <p:cNvSpPr txBox="1">
            <a:spLocks noGrp="1"/>
          </p:cNvSpPr>
          <p:nvPr>
            <p:ph type="sldNum" idx="12"/>
          </p:nvPr>
        </p:nvSpPr>
        <p:spPr>
          <a:xfrm>
            <a:off x="378883" y="6356351"/>
            <a:ext cx="2844800" cy="366183"/>
          </a:xfrm>
          <a:prstGeom prst="rect">
            <a:avLst/>
          </a:prstGeom>
          <a:noFill/>
          <a:ln>
            <a:noFill/>
          </a:ln>
        </p:spPr>
        <p:txBody>
          <a:bodyPr spcFirstLastPara="1" wrap="square" lIns="91425" tIns="45700" rIns="91425" bIns="45700" anchor="ctr" anchorCtr="0">
            <a:noAutofit/>
          </a:bodyPr>
          <a:lstStyle>
            <a:lvl1pPr marL="0" marR="0" lvl="0" indent="0" algn="l">
              <a:spcBef>
                <a:spcPts val="0"/>
              </a:spcBef>
              <a:buNone/>
              <a:defRPr sz="1333" b="0" i="0" u="none" strike="noStrike" cap="none">
                <a:solidFill>
                  <a:schemeClr val="dk1"/>
                </a:solidFill>
                <a:latin typeface="Arial"/>
                <a:ea typeface="Arial"/>
                <a:cs typeface="Arial"/>
                <a:sym typeface="Arial"/>
              </a:defRPr>
            </a:lvl1pPr>
            <a:lvl2pPr marL="0" marR="0" lvl="1" indent="0" algn="l">
              <a:spcBef>
                <a:spcPts val="0"/>
              </a:spcBef>
              <a:buNone/>
              <a:defRPr sz="1333" b="0" i="0" u="none" strike="noStrike" cap="none">
                <a:solidFill>
                  <a:schemeClr val="dk1"/>
                </a:solidFill>
                <a:latin typeface="Arial"/>
                <a:ea typeface="Arial"/>
                <a:cs typeface="Arial"/>
                <a:sym typeface="Arial"/>
              </a:defRPr>
            </a:lvl2pPr>
            <a:lvl3pPr marL="0" marR="0" lvl="2" indent="0" algn="l">
              <a:spcBef>
                <a:spcPts val="0"/>
              </a:spcBef>
              <a:buNone/>
              <a:defRPr sz="1333" b="0" i="0" u="none" strike="noStrike" cap="none">
                <a:solidFill>
                  <a:schemeClr val="dk1"/>
                </a:solidFill>
                <a:latin typeface="Arial"/>
                <a:ea typeface="Arial"/>
                <a:cs typeface="Arial"/>
                <a:sym typeface="Arial"/>
              </a:defRPr>
            </a:lvl3pPr>
            <a:lvl4pPr marL="0" marR="0" lvl="3" indent="0" algn="l">
              <a:spcBef>
                <a:spcPts val="0"/>
              </a:spcBef>
              <a:buNone/>
              <a:defRPr sz="1333" b="0" i="0" u="none" strike="noStrike" cap="none">
                <a:solidFill>
                  <a:schemeClr val="dk1"/>
                </a:solidFill>
                <a:latin typeface="Arial"/>
                <a:ea typeface="Arial"/>
                <a:cs typeface="Arial"/>
                <a:sym typeface="Arial"/>
              </a:defRPr>
            </a:lvl4pPr>
            <a:lvl5pPr marL="0" marR="0" lvl="4" indent="0" algn="l">
              <a:spcBef>
                <a:spcPts val="0"/>
              </a:spcBef>
              <a:buNone/>
              <a:defRPr sz="1333" b="0" i="0" u="none" strike="noStrike" cap="none">
                <a:solidFill>
                  <a:schemeClr val="dk1"/>
                </a:solidFill>
                <a:latin typeface="Arial"/>
                <a:ea typeface="Arial"/>
                <a:cs typeface="Arial"/>
                <a:sym typeface="Arial"/>
              </a:defRPr>
            </a:lvl5pPr>
            <a:lvl6pPr marL="0" marR="0" lvl="5" indent="0" algn="l">
              <a:spcBef>
                <a:spcPts val="0"/>
              </a:spcBef>
              <a:buNone/>
              <a:defRPr sz="1333" b="0" i="0" u="none" strike="noStrike" cap="none">
                <a:solidFill>
                  <a:schemeClr val="dk1"/>
                </a:solidFill>
                <a:latin typeface="Arial"/>
                <a:ea typeface="Arial"/>
                <a:cs typeface="Arial"/>
                <a:sym typeface="Arial"/>
              </a:defRPr>
            </a:lvl6pPr>
            <a:lvl7pPr marL="0" marR="0" lvl="6" indent="0" algn="l">
              <a:spcBef>
                <a:spcPts val="0"/>
              </a:spcBef>
              <a:buNone/>
              <a:defRPr sz="1333" b="0" i="0" u="none" strike="noStrike" cap="none">
                <a:solidFill>
                  <a:schemeClr val="dk1"/>
                </a:solidFill>
                <a:latin typeface="Arial"/>
                <a:ea typeface="Arial"/>
                <a:cs typeface="Arial"/>
                <a:sym typeface="Arial"/>
              </a:defRPr>
            </a:lvl7pPr>
            <a:lvl8pPr marL="0" marR="0" lvl="7" indent="0" algn="l">
              <a:spcBef>
                <a:spcPts val="0"/>
              </a:spcBef>
              <a:buNone/>
              <a:defRPr sz="1333" b="0" i="0" u="none" strike="noStrike" cap="none">
                <a:solidFill>
                  <a:schemeClr val="dk1"/>
                </a:solidFill>
                <a:latin typeface="Arial"/>
                <a:ea typeface="Arial"/>
                <a:cs typeface="Arial"/>
                <a:sym typeface="Arial"/>
              </a:defRPr>
            </a:lvl8pPr>
            <a:lvl9pPr marL="0" marR="0" lvl="8" indent="0" algn="l">
              <a:spcBef>
                <a:spcPts val="0"/>
              </a:spcBef>
              <a:buNone/>
              <a:defRPr sz="1333"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20" name="Google Shape;20;p2"/>
          <p:cNvPicPr preferRelativeResize="0"/>
          <p:nvPr/>
        </p:nvPicPr>
        <p:blipFill rotWithShape="1">
          <a:blip r:embed="rId2">
            <a:alphaModFix/>
          </a:blip>
          <a:srcRect/>
          <a:stretch/>
        </p:blipFill>
        <p:spPr>
          <a:xfrm>
            <a:off x="9281201" y="6290616"/>
            <a:ext cx="2481268" cy="29140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Header Slide RED">
  <p:cSld name="1_Header Slide RED">
    <p:bg>
      <p:bgPr>
        <a:gradFill>
          <a:gsLst>
            <a:gs pos="0">
              <a:srgbClr val="F08300"/>
            </a:gs>
            <a:gs pos="26000">
              <a:srgbClr val="E3000F"/>
            </a:gs>
            <a:gs pos="70000">
              <a:srgbClr val="A72879"/>
            </a:gs>
            <a:gs pos="100000">
              <a:srgbClr val="064497"/>
            </a:gs>
          </a:gsLst>
          <a:lin ang="0" scaled="0"/>
        </a:gradFill>
        <a:effectLst/>
      </p:bgPr>
    </p:bg>
    <p:spTree>
      <p:nvGrpSpPr>
        <p:cNvPr id="1" name="Shape 27"/>
        <p:cNvGrpSpPr/>
        <p:nvPr/>
      </p:nvGrpSpPr>
      <p:grpSpPr>
        <a:xfrm>
          <a:off x="0" y="0"/>
          <a:ext cx="0" cy="0"/>
          <a:chOff x="0" y="0"/>
          <a:chExt cx="0" cy="0"/>
        </a:xfrm>
      </p:grpSpPr>
      <p:sp>
        <p:nvSpPr>
          <p:cNvPr id="28" name="Google Shape;28;p4"/>
          <p:cNvSpPr txBox="1">
            <a:spLocks noGrp="1"/>
          </p:cNvSpPr>
          <p:nvPr>
            <p:ph type="body" idx="1"/>
          </p:nvPr>
        </p:nvSpPr>
        <p:spPr>
          <a:xfrm>
            <a:off x="2301395" y="4096382"/>
            <a:ext cx="7685616" cy="1271485"/>
          </a:xfrm>
          <a:prstGeom prst="rect">
            <a:avLst/>
          </a:prstGeom>
          <a:noFill/>
          <a:ln>
            <a:noFill/>
          </a:ln>
        </p:spPr>
        <p:txBody>
          <a:bodyPr spcFirstLastPara="1" wrap="square" lIns="91425" tIns="45700" rIns="91425" bIns="45700" anchor="t" anchorCtr="0">
            <a:normAutofit/>
          </a:bodyPr>
          <a:lstStyle>
            <a:lvl1pPr marL="457200" lvl="0" indent="-397954" algn="ctr">
              <a:lnSpc>
                <a:spcPct val="90000"/>
              </a:lnSpc>
              <a:spcBef>
                <a:spcPts val="1000"/>
              </a:spcBef>
              <a:spcAft>
                <a:spcPts val="0"/>
              </a:spcAft>
              <a:buClr>
                <a:schemeClr val="lt1"/>
              </a:buClr>
              <a:buSzPts val="2667"/>
              <a:buChar char="•"/>
              <a:defRPr sz="2667"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4"/>
          <p:cNvSpPr txBox="1">
            <a:spLocks noGrp="1"/>
          </p:cNvSpPr>
          <p:nvPr>
            <p:ph type="ctrTitle"/>
          </p:nvPr>
        </p:nvSpPr>
        <p:spPr>
          <a:xfrm>
            <a:off x="2300613" y="2737715"/>
            <a:ext cx="7686399" cy="1358667"/>
          </a:xfrm>
          <a:prstGeom prst="rect">
            <a:avLst/>
          </a:prstGeom>
          <a:noFill/>
          <a:ln>
            <a:noFill/>
          </a:ln>
        </p:spPr>
        <p:txBody>
          <a:bodyPr spcFirstLastPara="1" wrap="square" lIns="91425" tIns="45700" rIns="91425" bIns="45700" anchor="ctr" anchorCtr="0">
            <a:normAutofit/>
          </a:bodyPr>
          <a:lstStyle>
            <a:lvl1pPr marR="0" lvl="0" algn="ctr">
              <a:lnSpc>
                <a:spcPct val="90000"/>
              </a:lnSpc>
              <a:spcBef>
                <a:spcPts val="0"/>
              </a:spcBef>
              <a:spcAft>
                <a:spcPts val="0"/>
              </a:spcAft>
              <a:buClr>
                <a:srgbClr val="FFFFFF"/>
              </a:buClr>
              <a:buSzPts val="5333"/>
              <a:buFont typeface="Arial"/>
              <a:buNone/>
              <a:defRPr sz="5333" b="0" i="0">
                <a:solidFill>
                  <a:srgbClr val="FFFFFF"/>
                </a:solidFill>
                <a:latin typeface="Arial"/>
                <a:ea typeface="Arial"/>
                <a:cs typeface="Arial"/>
                <a:sym typeface="Arial"/>
              </a:defRPr>
            </a:lvl1pPr>
            <a:lvl2pPr marR="0" lvl="1" algn="l">
              <a:spcBef>
                <a:spcPts val="0"/>
              </a:spcBef>
              <a:spcAft>
                <a:spcPts val="0"/>
              </a:spcAft>
              <a:buSzPts val="1400"/>
              <a:buNone/>
              <a:defRPr/>
            </a:lvl2pPr>
            <a:lvl3pPr marR="0" lvl="2" algn="l">
              <a:spcBef>
                <a:spcPts val="0"/>
              </a:spcBef>
              <a:spcAft>
                <a:spcPts val="0"/>
              </a:spcAft>
              <a:buSzPts val="1400"/>
              <a:buNone/>
              <a:defRPr/>
            </a:lvl3pPr>
            <a:lvl4pPr marR="0" lvl="3" algn="l">
              <a:spcBef>
                <a:spcPts val="0"/>
              </a:spcBef>
              <a:spcAft>
                <a:spcPts val="0"/>
              </a:spcAft>
              <a:buSzPts val="1400"/>
              <a:buNone/>
              <a:defRPr/>
            </a:lvl4pPr>
            <a:lvl5pPr marR="0" lvl="4" algn="l">
              <a:spcBef>
                <a:spcPts val="0"/>
              </a:spcBef>
              <a:spcAft>
                <a:spcPts val="0"/>
              </a:spcAft>
              <a:buSzPts val="1400"/>
              <a:buNone/>
              <a:defRPr/>
            </a:lvl5pPr>
            <a:lvl6pPr marR="0" lvl="5" algn="l">
              <a:spcBef>
                <a:spcPts val="0"/>
              </a:spcBef>
              <a:spcAft>
                <a:spcPts val="0"/>
              </a:spcAft>
              <a:buSzPts val="1400"/>
              <a:buNone/>
              <a:defRPr/>
            </a:lvl6pPr>
            <a:lvl7pPr marR="0" lvl="6" algn="l">
              <a:spcBef>
                <a:spcPts val="0"/>
              </a:spcBef>
              <a:spcAft>
                <a:spcPts val="0"/>
              </a:spcAft>
              <a:buSzPts val="1400"/>
              <a:buNone/>
              <a:defRPr/>
            </a:lvl7pPr>
            <a:lvl8pPr marR="0" lvl="7" algn="l">
              <a:spcBef>
                <a:spcPts val="0"/>
              </a:spcBef>
              <a:spcAft>
                <a:spcPts val="0"/>
              </a:spcAft>
              <a:buSzPts val="1400"/>
              <a:buNone/>
              <a:defRPr/>
            </a:lvl8pPr>
            <a:lvl9pPr marR="0"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
        <p:cNvGrpSpPr/>
        <p:nvPr/>
      </p:nvGrpSpPr>
      <p:grpSpPr>
        <a:xfrm>
          <a:off x="0" y="0"/>
          <a:ext cx="0" cy="0"/>
          <a:chOff x="0" y="0"/>
          <a:chExt cx="0" cy="0"/>
        </a:xfrm>
      </p:grpSpPr>
      <p:sp>
        <p:nvSpPr>
          <p:cNvPr id="31" name="Google Shape;31;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a:spLocks noGrp="1"/>
          </p:cNvSpPr>
          <p:nvPr>
            <p:ph type="pic" idx="2"/>
          </p:nvPr>
        </p:nvSpPr>
        <p:spPr>
          <a:xfrm>
            <a:off x="5183188" y="987425"/>
            <a:ext cx="6172200" cy="4873625"/>
          </a:xfrm>
          <a:prstGeom prst="rect">
            <a:avLst/>
          </a:prstGeom>
          <a:noFill/>
          <a:ln>
            <a:noFill/>
          </a:ln>
        </p:spPr>
      </p:sp>
      <p:sp>
        <p:nvSpPr>
          <p:cNvPr id="77" name="Google Shape;77;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2854D-FFD8-5F43-8671-066F5A861E4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09C7117-72D1-6679-0457-1246A2872905}"/>
              </a:ext>
            </a:extLst>
          </p:cNvPr>
          <p:cNvSpPr/>
          <p:nvPr/>
        </p:nvSpPr>
        <p:spPr>
          <a:xfrm>
            <a:off x="0" y="72"/>
            <a:ext cx="12192000" cy="6858000"/>
          </a:xfrm>
          <a:custGeom>
            <a:avLst/>
            <a:gdLst/>
            <a:ahLst/>
            <a:cxnLst/>
            <a:rect l="l" t="t" r="r" b="b"/>
            <a:pathLst>
              <a:path w="9144000" h="5143500">
                <a:moveTo>
                  <a:pt x="9144000" y="0"/>
                </a:moveTo>
                <a:lnTo>
                  <a:pt x="0" y="0"/>
                </a:lnTo>
                <a:lnTo>
                  <a:pt x="0" y="5143373"/>
                </a:lnTo>
                <a:lnTo>
                  <a:pt x="9144000" y="5143373"/>
                </a:lnTo>
                <a:lnTo>
                  <a:pt x="9144000" y="0"/>
                </a:lnTo>
                <a:close/>
              </a:path>
            </a:pathLst>
          </a:custGeom>
          <a:solidFill>
            <a:srgbClr val="5A3694"/>
          </a:solidFill>
        </p:spPr>
        <p:txBody>
          <a:bodyPr wrap="square" lIns="0" tIns="0" rIns="0" bIns="0" rtlCol="0"/>
          <a:lstStyle/>
          <a:p>
            <a:endParaRPr sz="2400"/>
          </a:p>
        </p:txBody>
      </p:sp>
      <p:sp>
        <p:nvSpPr>
          <p:cNvPr id="3" name="object 3">
            <a:extLst>
              <a:ext uri="{FF2B5EF4-FFF2-40B4-BE49-F238E27FC236}">
                <a16:creationId xmlns:a16="http://schemas.microsoft.com/office/drawing/2014/main" id="{298D302C-E077-C2CD-8166-11D943AF3FB7}"/>
              </a:ext>
            </a:extLst>
          </p:cNvPr>
          <p:cNvSpPr txBox="1"/>
          <p:nvPr/>
        </p:nvSpPr>
        <p:spPr>
          <a:xfrm>
            <a:off x="1333964" y="3299848"/>
            <a:ext cx="9524069" cy="447131"/>
          </a:xfrm>
          <a:prstGeom prst="rect">
            <a:avLst/>
          </a:prstGeom>
        </p:spPr>
        <p:txBody>
          <a:bodyPr vert="horz" wrap="square" lIns="0" tIns="16087" rIns="0" bIns="0" rtlCol="0">
            <a:spAutoFit/>
          </a:bodyPr>
          <a:lstStyle/>
          <a:p>
            <a:pPr marL="3186774" marR="6773" indent="-3170687" algn="ctr">
              <a:spcBef>
                <a:spcPts val="127"/>
              </a:spcBef>
            </a:pPr>
            <a:r>
              <a:rPr lang="en-GB" sz="2800" b="1" spc="-33" dirty="0">
                <a:solidFill>
                  <a:srgbClr val="FFFFFF"/>
                </a:solidFill>
                <a:latin typeface="+mj-lt"/>
                <a:cs typeface="Calibri"/>
              </a:rPr>
              <a:t>Performance Improvement Plan ( PIP)</a:t>
            </a:r>
            <a:endParaRPr sz="2800" b="1" dirty="0">
              <a:latin typeface="+mj-lt"/>
              <a:cs typeface="Calibri"/>
            </a:endParaRPr>
          </a:p>
        </p:txBody>
      </p:sp>
      <p:sp>
        <p:nvSpPr>
          <p:cNvPr id="4" name="object 4">
            <a:extLst>
              <a:ext uri="{FF2B5EF4-FFF2-40B4-BE49-F238E27FC236}">
                <a16:creationId xmlns:a16="http://schemas.microsoft.com/office/drawing/2014/main" id="{33741E4F-EF7C-87FD-9257-0DDCB1A7D6D5}"/>
              </a:ext>
            </a:extLst>
          </p:cNvPr>
          <p:cNvSpPr txBox="1"/>
          <p:nvPr/>
        </p:nvSpPr>
        <p:spPr>
          <a:xfrm>
            <a:off x="483751" y="6412720"/>
            <a:ext cx="119380" cy="221365"/>
          </a:xfrm>
          <a:prstGeom prst="rect">
            <a:avLst/>
          </a:prstGeom>
        </p:spPr>
        <p:txBody>
          <a:bodyPr vert="horz" wrap="square" lIns="0" tIns="16087" rIns="0" bIns="0" rtlCol="0">
            <a:spAutoFit/>
          </a:bodyPr>
          <a:lstStyle/>
          <a:p>
            <a:pPr marL="16933">
              <a:spcBef>
                <a:spcPts val="127"/>
              </a:spcBef>
            </a:pPr>
            <a:r>
              <a:rPr sz="1333" spc="-7" dirty="0">
                <a:latin typeface="Calibri"/>
                <a:cs typeface="Calibri"/>
              </a:rPr>
              <a:t>1</a:t>
            </a:r>
            <a:endParaRPr sz="1333">
              <a:latin typeface="Calibri"/>
              <a:cs typeface="Calibri"/>
            </a:endParaRPr>
          </a:p>
        </p:txBody>
      </p:sp>
      <p:pic>
        <p:nvPicPr>
          <p:cNvPr id="5" name="object 5">
            <a:extLst>
              <a:ext uri="{FF2B5EF4-FFF2-40B4-BE49-F238E27FC236}">
                <a16:creationId xmlns:a16="http://schemas.microsoft.com/office/drawing/2014/main" id="{44124539-CE25-CBCD-D787-FADFC71355D9}"/>
              </a:ext>
            </a:extLst>
          </p:cNvPr>
          <p:cNvPicPr/>
          <p:nvPr/>
        </p:nvPicPr>
        <p:blipFill>
          <a:blip r:embed="rId2" cstate="print"/>
          <a:stretch>
            <a:fillRect/>
          </a:stretch>
        </p:blipFill>
        <p:spPr>
          <a:xfrm>
            <a:off x="1631755" y="714173"/>
            <a:ext cx="8928489" cy="2809241"/>
          </a:xfrm>
          <a:prstGeom prst="rect">
            <a:avLst/>
          </a:prstGeom>
        </p:spPr>
      </p:pic>
    </p:spTree>
    <p:extLst>
      <p:ext uri="{BB962C8B-B14F-4D97-AF65-F5344CB8AC3E}">
        <p14:creationId xmlns:p14="http://schemas.microsoft.com/office/powerpoint/2010/main" val="3943612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object 2">
            <a:extLst>
              <a:ext uri="{FF2B5EF4-FFF2-40B4-BE49-F238E27FC236}">
                <a16:creationId xmlns:a16="http://schemas.microsoft.com/office/drawing/2014/main" id="{45D0E6CA-5644-EEA4-9694-D3550DA1AB8C}"/>
              </a:ext>
            </a:extLst>
          </p:cNvPr>
          <p:cNvSpPr/>
          <p:nvPr/>
        </p:nvSpPr>
        <p:spPr>
          <a:xfrm>
            <a:off x="0" y="72"/>
            <a:ext cx="12192000" cy="6858000"/>
          </a:xfrm>
          <a:custGeom>
            <a:avLst/>
            <a:gdLst/>
            <a:ahLst/>
            <a:cxnLst/>
            <a:rect l="l" t="t" r="r" b="b"/>
            <a:pathLst>
              <a:path w="9144000" h="5143500">
                <a:moveTo>
                  <a:pt x="9144000" y="0"/>
                </a:moveTo>
                <a:lnTo>
                  <a:pt x="0" y="0"/>
                </a:lnTo>
                <a:lnTo>
                  <a:pt x="0" y="5143373"/>
                </a:lnTo>
                <a:lnTo>
                  <a:pt x="9144000" y="5143373"/>
                </a:lnTo>
                <a:lnTo>
                  <a:pt x="9144000" y="0"/>
                </a:lnTo>
                <a:close/>
              </a:path>
            </a:pathLst>
          </a:custGeom>
          <a:solidFill>
            <a:srgbClr val="5A3694"/>
          </a:solidFill>
        </p:spPr>
        <p:txBody>
          <a:bodyPr wrap="square" lIns="0" tIns="0" rIns="0" bIns="0" rtlCol="0"/>
          <a:lstStyle/>
          <a:p>
            <a:endParaRPr sz="2400"/>
          </a:p>
        </p:txBody>
      </p:sp>
      <p:sp>
        <p:nvSpPr>
          <p:cNvPr id="106" name="Google Shape;106;p16"/>
          <p:cNvSpPr txBox="1"/>
          <p:nvPr/>
        </p:nvSpPr>
        <p:spPr>
          <a:xfrm>
            <a:off x="3666911" y="3064639"/>
            <a:ext cx="4418136" cy="528637"/>
          </a:xfrm>
          <a:prstGeom prst="rect">
            <a:avLst/>
          </a:prstGeom>
          <a:noFill/>
          <a:ln>
            <a:noFill/>
          </a:ln>
        </p:spPr>
        <p:txBody>
          <a:bodyPr spcFirstLastPara="1" wrap="square" lIns="82750" tIns="41375" rIns="82750" bIns="41375" anchor="t" anchorCtr="0">
            <a:spAutoFit/>
          </a:bodyPr>
          <a:lstStyle/>
          <a:p>
            <a:pPr marL="0" marR="0" lvl="0" indent="0" algn="ctr" rtl="0">
              <a:spcBef>
                <a:spcPts val="0"/>
              </a:spcBef>
              <a:spcAft>
                <a:spcPts val="0"/>
              </a:spcAft>
              <a:buNone/>
            </a:pPr>
            <a:r>
              <a:rPr lang="en-US" sz="2892" b="1" dirty="0">
                <a:solidFill>
                  <a:schemeClr val="lt2"/>
                </a:solidFill>
                <a:latin typeface="Inter Light"/>
                <a:ea typeface="Inter Light"/>
                <a:cs typeface="Inter Light"/>
                <a:sym typeface="Inter Light"/>
              </a:rPr>
              <a:t>Manager Related Tasks</a:t>
            </a:r>
            <a:endParaRPr sz="2892" dirty="0">
              <a:solidFill>
                <a:schemeClr val="lt2"/>
              </a:solidFill>
              <a:latin typeface="Inter Light"/>
              <a:ea typeface="Inter Light"/>
              <a:cs typeface="Inter Light"/>
              <a:sym typeface="Inter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p>
            <a:pPr lvl="0">
              <a:buSzPts val="1800"/>
            </a:pPr>
            <a:r>
              <a:rPr lang="en-US" sz="1600" b="1" dirty="0">
                <a:solidFill>
                  <a:schemeClr val="tx1"/>
                </a:solidFill>
                <a:latin typeface="Aptos" panose="020B0004020202020204" pitchFamily="34" charset="0"/>
              </a:rPr>
              <a:t>PIP Initiation</a:t>
            </a:r>
            <a:br>
              <a:rPr lang="en-US" sz="1600" dirty="0">
                <a:solidFill>
                  <a:schemeClr val="tx1"/>
                </a:solidFill>
                <a:latin typeface="Aptos" panose="020B0004020202020204" pitchFamily="34" charset="0"/>
              </a:rPr>
            </a:br>
            <a:r>
              <a:rPr lang="en-US" sz="1600" dirty="0">
                <a:solidFill>
                  <a:schemeClr val="tx1"/>
                </a:solidFill>
                <a:latin typeface="Aptos" panose="020B0004020202020204" pitchFamily="34" charset="0"/>
              </a:rPr>
              <a:t>Tata Play Universe &gt; My Team &gt; Performance</a:t>
            </a:r>
            <a:br>
              <a:rPr lang="en-US" sz="1600" dirty="0">
                <a:solidFill>
                  <a:schemeClr val="tx1"/>
                </a:solidFill>
                <a:latin typeface="Aptos" panose="020B0004020202020204" pitchFamily="34" charset="0"/>
              </a:rPr>
            </a:br>
            <a:endParaRPr sz="1600" dirty="0">
              <a:solidFill>
                <a:schemeClr val="tx1"/>
              </a:solidFill>
              <a:latin typeface="Aptos" panose="020B0004020202020204" pitchFamily="34" charset="0"/>
            </a:endParaRPr>
          </a:p>
        </p:txBody>
      </p:sp>
      <p:pic>
        <p:nvPicPr>
          <p:cNvPr id="112" name="Google Shape;112;p17"/>
          <p:cNvPicPr preferRelativeResize="0"/>
          <p:nvPr/>
        </p:nvPicPr>
        <p:blipFill rotWithShape="1">
          <a:blip r:embed="rId3">
            <a:alphaModFix/>
          </a:blip>
          <a:srcRect/>
          <a:stretch/>
        </p:blipFill>
        <p:spPr>
          <a:xfrm>
            <a:off x="1947672" y="1828800"/>
            <a:ext cx="7653528" cy="40965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600" b="1" dirty="0">
                <a:solidFill>
                  <a:schemeClr val="tx1"/>
                </a:solidFill>
                <a:latin typeface="Aptos" panose="020B0004020202020204" pitchFamily="34" charset="0"/>
              </a:rPr>
              <a:t>Select the PIP Document</a:t>
            </a:r>
            <a:br>
              <a:rPr lang="en-US" sz="1800" dirty="0"/>
            </a:br>
            <a:endParaRPr sz="1800" dirty="0"/>
          </a:p>
        </p:txBody>
      </p:sp>
      <p:pic>
        <p:nvPicPr>
          <p:cNvPr id="118" name="Google Shape;118;p18"/>
          <p:cNvPicPr preferRelativeResize="0"/>
          <p:nvPr/>
        </p:nvPicPr>
        <p:blipFill rotWithShape="1">
          <a:blip r:embed="rId3">
            <a:alphaModFix/>
          </a:blip>
          <a:srcRect/>
          <a:stretch/>
        </p:blipFill>
        <p:spPr>
          <a:xfrm>
            <a:off x="1177672" y="1263538"/>
            <a:ext cx="9836656" cy="43309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600" dirty="0">
                <a:solidFill>
                  <a:schemeClr val="tx1"/>
                </a:solidFill>
                <a:latin typeface="Aptos" panose="020B0004020202020204" pitchFamily="34" charset="0"/>
              </a:rPr>
              <a:t>Open the PIP Questionnaire section and provide targets for the employee in the questionnaire.</a:t>
            </a:r>
            <a:br>
              <a:rPr lang="en-US" sz="1600" dirty="0">
                <a:solidFill>
                  <a:schemeClr val="tx1"/>
                </a:solidFill>
                <a:latin typeface="Aptos" panose="020B0004020202020204" pitchFamily="34" charset="0"/>
              </a:rPr>
            </a:br>
            <a:r>
              <a:rPr lang="en-US" sz="1600" dirty="0">
                <a:solidFill>
                  <a:schemeClr val="tx1"/>
                </a:solidFill>
                <a:latin typeface="Aptos" panose="020B0004020202020204" pitchFamily="34" charset="0"/>
              </a:rPr>
              <a:t>Click ‘Save and Close’</a:t>
            </a:r>
            <a:endParaRPr sz="1600" dirty="0">
              <a:solidFill>
                <a:schemeClr val="tx1"/>
              </a:solidFill>
              <a:latin typeface="Aptos" panose="020B0004020202020204" pitchFamily="34" charset="0"/>
            </a:endParaRPr>
          </a:p>
        </p:txBody>
      </p:sp>
      <p:pic>
        <p:nvPicPr>
          <p:cNvPr id="124" name="Google Shape;124;p19"/>
          <p:cNvPicPr preferRelativeResize="0"/>
          <p:nvPr/>
        </p:nvPicPr>
        <p:blipFill rotWithShape="1">
          <a:blip r:embed="rId3">
            <a:alphaModFix/>
          </a:blip>
          <a:srcRect/>
          <a:stretch/>
        </p:blipFill>
        <p:spPr>
          <a:xfrm>
            <a:off x="5115765" y="2134471"/>
            <a:ext cx="2638347" cy="2958737"/>
          </a:xfrm>
          <a:prstGeom prst="rect">
            <a:avLst/>
          </a:prstGeom>
          <a:noFill/>
          <a:ln>
            <a:noFill/>
          </a:ln>
        </p:spPr>
      </p:pic>
      <p:pic>
        <p:nvPicPr>
          <p:cNvPr id="125" name="Google Shape;125;p19"/>
          <p:cNvPicPr preferRelativeResize="0"/>
          <p:nvPr/>
        </p:nvPicPr>
        <p:blipFill rotWithShape="1">
          <a:blip r:embed="rId4">
            <a:alphaModFix/>
          </a:blip>
          <a:srcRect/>
          <a:stretch/>
        </p:blipFill>
        <p:spPr>
          <a:xfrm>
            <a:off x="529455" y="2134471"/>
            <a:ext cx="4380874" cy="3093835"/>
          </a:xfrm>
          <a:prstGeom prst="rect">
            <a:avLst/>
          </a:prstGeom>
          <a:noFill/>
          <a:ln>
            <a:noFill/>
          </a:ln>
        </p:spPr>
      </p:pic>
      <p:pic>
        <p:nvPicPr>
          <p:cNvPr id="126" name="Google Shape;126;p19"/>
          <p:cNvPicPr preferRelativeResize="0"/>
          <p:nvPr/>
        </p:nvPicPr>
        <p:blipFill rotWithShape="1">
          <a:blip r:embed="rId5">
            <a:alphaModFix/>
          </a:blip>
          <a:srcRect/>
          <a:stretch/>
        </p:blipFill>
        <p:spPr>
          <a:xfrm>
            <a:off x="7863840" y="2134471"/>
            <a:ext cx="3195201" cy="26903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378883" y="139824"/>
            <a:ext cx="11228799" cy="8398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600" dirty="0">
                <a:solidFill>
                  <a:schemeClr val="tx1"/>
                </a:solidFill>
                <a:latin typeface="Aptos" panose="020B0004020202020204" pitchFamily="34" charset="0"/>
              </a:rPr>
              <a:t>Open the </a:t>
            </a:r>
            <a:r>
              <a:rPr lang="en-US" sz="1600" b="1" dirty="0">
                <a:solidFill>
                  <a:schemeClr val="tx1"/>
                </a:solidFill>
                <a:latin typeface="Aptos" panose="020B0004020202020204" pitchFamily="34" charset="0"/>
              </a:rPr>
              <a:t>‘Manager Recommendation and Comments’</a:t>
            </a:r>
            <a:r>
              <a:rPr lang="en-US" sz="1600" dirty="0">
                <a:solidFill>
                  <a:schemeClr val="tx1"/>
                </a:solidFill>
                <a:latin typeface="Aptos" panose="020B0004020202020204" pitchFamily="34" charset="0"/>
              </a:rPr>
              <a:t> and put rating as ‘To be Reviewed’ and click ‘Save and Close’ and the ‘Submit’</a:t>
            </a:r>
            <a:endParaRPr sz="1600" dirty="0">
              <a:solidFill>
                <a:schemeClr val="tx1"/>
              </a:solidFill>
              <a:latin typeface="Aptos" panose="020B0004020202020204" pitchFamily="34" charset="0"/>
            </a:endParaRPr>
          </a:p>
        </p:txBody>
      </p:sp>
      <p:pic>
        <p:nvPicPr>
          <p:cNvPr id="132" name="Google Shape;132;p20"/>
          <p:cNvPicPr preferRelativeResize="0"/>
          <p:nvPr/>
        </p:nvPicPr>
        <p:blipFill rotWithShape="1">
          <a:blip r:embed="rId3">
            <a:alphaModFix/>
          </a:blip>
          <a:srcRect/>
          <a:stretch/>
        </p:blipFill>
        <p:spPr>
          <a:xfrm>
            <a:off x="378874" y="1115650"/>
            <a:ext cx="7002400" cy="4178525"/>
          </a:xfrm>
          <a:prstGeom prst="rect">
            <a:avLst/>
          </a:prstGeom>
          <a:noFill/>
          <a:ln>
            <a:noFill/>
          </a:ln>
        </p:spPr>
      </p:pic>
      <p:pic>
        <p:nvPicPr>
          <p:cNvPr id="133" name="Google Shape;133;p20"/>
          <p:cNvPicPr preferRelativeResize="0"/>
          <p:nvPr/>
        </p:nvPicPr>
        <p:blipFill rotWithShape="1">
          <a:blip r:embed="rId4">
            <a:alphaModFix/>
          </a:blip>
          <a:srcRect/>
          <a:stretch/>
        </p:blipFill>
        <p:spPr>
          <a:xfrm>
            <a:off x="7156792" y="1549310"/>
            <a:ext cx="4558573" cy="37593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800"/>
              <a:t>Again, open the PIP document and click ‘Share and Retain’ to share the targets with the employee.</a:t>
            </a:r>
            <a:endParaRPr sz="1800"/>
          </a:p>
        </p:txBody>
      </p:sp>
      <p:pic>
        <p:nvPicPr>
          <p:cNvPr id="139" name="Google Shape;139;p21"/>
          <p:cNvPicPr preferRelativeResize="0"/>
          <p:nvPr/>
        </p:nvPicPr>
        <p:blipFill rotWithShape="1">
          <a:blip r:embed="rId3">
            <a:alphaModFix/>
          </a:blip>
          <a:srcRect/>
          <a:stretch/>
        </p:blipFill>
        <p:spPr>
          <a:xfrm>
            <a:off x="584318" y="1017228"/>
            <a:ext cx="10355825" cy="51501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22" descr="14H00493"/>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6" name="Google Shape;146;p22"/>
          <p:cNvSpPr/>
          <p:nvPr/>
        </p:nvSpPr>
        <p:spPr>
          <a:xfrm>
            <a:off x="1242557" y="3581403"/>
            <a:ext cx="7017588" cy="1246188"/>
          </a:xfrm>
          <a:custGeom>
            <a:avLst/>
            <a:gdLst/>
            <a:ahLst/>
            <a:cxnLst/>
            <a:rect l="l" t="t" r="r" b="b"/>
            <a:pathLst>
              <a:path w="4888" h="865" extrusionOk="0">
                <a:moveTo>
                  <a:pt x="4888" y="0"/>
                </a:moveTo>
                <a:lnTo>
                  <a:pt x="0" y="1"/>
                </a:lnTo>
                <a:lnTo>
                  <a:pt x="0" y="865"/>
                </a:lnTo>
                <a:lnTo>
                  <a:pt x="4718" y="865"/>
                </a:lnTo>
                <a:lnTo>
                  <a:pt x="4888" y="0"/>
                </a:lnTo>
                <a:close/>
              </a:path>
            </a:pathLst>
          </a:custGeom>
          <a:solidFill>
            <a:schemeClr val="dk1"/>
          </a:solidFill>
          <a:ln>
            <a:noFill/>
          </a:ln>
        </p:spPr>
        <p:txBody>
          <a:bodyPr spcFirstLastPara="1" wrap="square" lIns="90100" tIns="45050" rIns="90100" bIns="45050" anchor="t" anchorCtr="0">
            <a:noAutofit/>
          </a:bodyPr>
          <a:lstStyle/>
          <a:p>
            <a:pPr marL="0" marR="0" lvl="0" indent="0" algn="l" rtl="0">
              <a:spcBef>
                <a:spcPts val="0"/>
              </a:spcBef>
              <a:spcAft>
                <a:spcPts val="0"/>
              </a:spcAft>
              <a:buNone/>
            </a:pPr>
            <a:endParaRPr sz="1265">
              <a:solidFill>
                <a:schemeClr val="dk1"/>
              </a:solidFill>
              <a:latin typeface="Arial"/>
              <a:ea typeface="Arial"/>
              <a:cs typeface="Arial"/>
              <a:sym typeface="Arial"/>
            </a:endParaRPr>
          </a:p>
        </p:txBody>
      </p:sp>
      <p:sp>
        <p:nvSpPr>
          <p:cNvPr id="147" name="Google Shape;147;p22"/>
          <p:cNvSpPr txBox="1"/>
          <p:nvPr/>
        </p:nvSpPr>
        <p:spPr>
          <a:xfrm>
            <a:off x="1691807" y="3997327"/>
            <a:ext cx="4418136" cy="528637"/>
          </a:xfrm>
          <a:prstGeom prst="rect">
            <a:avLst/>
          </a:prstGeom>
          <a:noFill/>
          <a:ln>
            <a:noFill/>
          </a:ln>
        </p:spPr>
        <p:txBody>
          <a:bodyPr spcFirstLastPara="1" wrap="square" lIns="82750" tIns="41375" rIns="82750" bIns="41375" anchor="t" anchorCtr="0">
            <a:spAutoFit/>
          </a:bodyPr>
          <a:lstStyle/>
          <a:p>
            <a:pPr marL="0" marR="0" lvl="0" indent="0" algn="l" rtl="0">
              <a:spcBef>
                <a:spcPts val="0"/>
              </a:spcBef>
              <a:spcAft>
                <a:spcPts val="0"/>
              </a:spcAft>
              <a:buNone/>
            </a:pPr>
            <a:r>
              <a:rPr lang="en-US" sz="2892" b="1" i="1">
                <a:solidFill>
                  <a:schemeClr val="lt2"/>
                </a:solidFill>
                <a:latin typeface="Inter Light"/>
                <a:ea typeface="Inter Light"/>
                <a:cs typeface="Inter Light"/>
                <a:sym typeface="Inter Light"/>
              </a:rPr>
              <a:t>Employee Related Tasks</a:t>
            </a:r>
            <a:endParaRPr sz="2892" i="1">
              <a:solidFill>
                <a:schemeClr val="lt2"/>
              </a:solidFill>
              <a:latin typeface="Inter Light"/>
              <a:ea typeface="Inter Light"/>
              <a:cs typeface="Inter Light"/>
              <a:sym typeface="Inter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xfrm>
            <a:off x="172054" y="85396"/>
            <a:ext cx="11228799" cy="75280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2000"/>
              <a:buFont typeface="Tahoma"/>
              <a:buNone/>
            </a:pPr>
            <a:r>
              <a:rPr lang="en-US" sz="2000"/>
              <a:t>Login into the system</a:t>
            </a:r>
            <a:br>
              <a:rPr lang="en-US" sz="2000"/>
            </a:br>
            <a:r>
              <a:rPr lang="en-US" sz="2000"/>
              <a:t>Go to Me &gt; Career and Performance &gt; Performance</a:t>
            </a:r>
            <a:endParaRPr/>
          </a:p>
        </p:txBody>
      </p:sp>
      <p:pic>
        <p:nvPicPr>
          <p:cNvPr id="153" name="Google Shape;153;p23"/>
          <p:cNvPicPr preferRelativeResize="0"/>
          <p:nvPr/>
        </p:nvPicPr>
        <p:blipFill rotWithShape="1">
          <a:blip r:embed="rId3">
            <a:alphaModFix/>
          </a:blip>
          <a:srcRect/>
          <a:stretch/>
        </p:blipFill>
        <p:spPr>
          <a:xfrm>
            <a:off x="172053" y="838200"/>
            <a:ext cx="8846005" cy="3439886"/>
          </a:xfrm>
          <a:prstGeom prst="rect">
            <a:avLst/>
          </a:prstGeom>
          <a:noFill/>
          <a:ln>
            <a:noFill/>
          </a:ln>
        </p:spPr>
      </p:pic>
      <p:pic>
        <p:nvPicPr>
          <p:cNvPr id="154" name="Google Shape;154;p23"/>
          <p:cNvPicPr preferRelativeResize="0"/>
          <p:nvPr/>
        </p:nvPicPr>
        <p:blipFill rotWithShape="1">
          <a:blip r:embed="rId4">
            <a:alphaModFix/>
          </a:blip>
          <a:srcRect/>
          <a:stretch/>
        </p:blipFill>
        <p:spPr>
          <a:xfrm>
            <a:off x="172053" y="4512973"/>
            <a:ext cx="8846005" cy="15068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84969" y="128938"/>
            <a:ext cx="11228799" cy="7310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800"/>
              <a:t>Open the PIP document.</a:t>
            </a:r>
            <a:br>
              <a:rPr lang="en-US" sz="1800"/>
            </a:br>
            <a:r>
              <a:rPr lang="en-US" sz="1800"/>
              <a:t>Go to the Performance Improvement Plan section to see the targets set by the manager.</a:t>
            </a:r>
            <a:endParaRPr/>
          </a:p>
        </p:txBody>
      </p:sp>
      <p:pic>
        <p:nvPicPr>
          <p:cNvPr id="160" name="Google Shape;160;p24"/>
          <p:cNvPicPr preferRelativeResize="0"/>
          <p:nvPr/>
        </p:nvPicPr>
        <p:blipFill rotWithShape="1">
          <a:blip r:embed="rId3">
            <a:alphaModFix/>
          </a:blip>
          <a:srcRect/>
          <a:stretch/>
        </p:blipFill>
        <p:spPr>
          <a:xfrm>
            <a:off x="377618" y="859971"/>
            <a:ext cx="8083965" cy="1382486"/>
          </a:xfrm>
          <a:prstGeom prst="rect">
            <a:avLst/>
          </a:prstGeom>
          <a:noFill/>
          <a:ln>
            <a:noFill/>
          </a:ln>
        </p:spPr>
      </p:pic>
      <p:pic>
        <p:nvPicPr>
          <p:cNvPr id="161" name="Google Shape;161;p24"/>
          <p:cNvPicPr preferRelativeResize="0"/>
          <p:nvPr/>
        </p:nvPicPr>
        <p:blipFill rotWithShape="1">
          <a:blip r:embed="rId4">
            <a:alphaModFix/>
          </a:blip>
          <a:srcRect/>
          <a:stretch/>
        </p:blipFill>
        <p:spPr>
          <a:xfrm>
            <a:off x="280089" y="2396982"/>
            <a:ext cx="8496737" cy="394938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5" descr="14H00493"/>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8" name="Google Shape;168;p25"/>
          <p:cNvSpPr/>
          <p:nvPr/>
        </p:nvSpPr>
        <p:spPr>
          <a:xfrm>
            <a:off x="1242557" y="3581403"/>
            <a:ext cx="7017588" cy="1246188"/>
          </a:xfrm>
          <a:custGeom>
            <a:avLst/>
            <a:gdLst/>
            <a:ahLst/>
            <a:cxnLst/>
            <a:rect l="l" t="t" r="r" b="b"/>
            <a:pathLst>
              <a:path w="4888" h="865" extrusionOk="0">
                <a:moveTo>
                  <a:pt x="4888" y="0"/>
                </a:moveTo>
                <a:lnTo>
                  <a:pt x="0" y="1"/>
                </a:lnTo>
                <a:lnTo>
                  <a:pt x="0" y="865"/>
                </a:lnTo>
                <a:lnTo>
                  <a:pt x="4718" y="865"/>
                </a:lnTo>
                <a:lnTo>
                  <a:pt x="4888" y="0"/>
                </a:lnTo>
                <a:close/>
              </a:path>
            </a:pathLst>
          </a:custGeom>
          <a:solidFill>
            <a:schemeClr val="dk1"/>
          </a:solidFill>
          <a:ln>
            <a:noFill/>
          </a:ln>
        </p:spPr>
        <p:txBody>
          <a:bodyPr spcFirstLastPara="1" wrap="square" lIns="90100" tIns="45050" rIns="90100" bIns="45050" anchor="t" anchorCtr="0">
            <a:noAutofit/>
          </a:bodyPr>
          <a:lstStyle/>
          <a:p>
            <a:pPr marL="0" marR="0" lvl="0" indent="0" algn="l" rtl="0">
              <a:spcBef>
                <a:spcPts val="0"/>
              </a:spcBef>
              <a:spcAft>
                <a:spcPts val="0"/>
              </a:spcAft>
              <a:buNone/>
            </a:pPr>
            <a:endParaRPr sz="1265">
              <a:solidFill>
                <a:schemeClr val="dk1"/>
              </a:solidFill>
              <a:latin typeface="Arial"/>
              <a:ea typeface="Arial"/>
              <a:cs typeface="Arial"/>
              <a:sym typeface="Arial"/>
            </a:endParaRPr>
          </a:p>
        </p:txBody>
      </p:sp>
      <p:sp>
        <p:nvSpPr>
          <p:cNvPr id="169" name="Google Shape;169;p25"/>
          <p:cNvSpPr txBox="1"/>
          <p:nvPr/>
        </p:nvSpPr>
        <p:spPr>
          <a:xfrm>
            <a:off x="1691807" y="3997327"/>
            <a:ext cx="4418136" cy="528637"/>
          </a:xfrm>
          <a:prstGeom prst="rect">
            <a:avLst/>
          </a:prstGeom>
          <a:noFill/>
          <a:ln>
            <a:noFill/>
          </a:ln>
        </p:spPr>
        <p:txBody>
          <a:bodyPr spcFirstLastPara="1" wrap="square" lIns="82750" tIns="41375" rIns="82750" bIns="41375" anchor="t" anchorCtr="0">
            <a:spAutoFit/>
          </a:bodyPr>
          <a:lstStyle/>
          <a:p>
            <a:pPr marL="0" marR="0" lvl="0" indent="0" algn="l" rtl="0">
              <a:spcBef>
                <a:spcPts val="0"/>
              </a:spcBef>
              <a:spcAft>
                <a:spcPts val="0"/>
              </a:spcAft>
              <a:buNone/>
            </a:pPr>
            <a:r>
              <a:rPr lang="en-US" sz="2892" b="1" i="1">
                <a:solidFill>
                  <a:schemeClr val="lt2"/>
                </a:solidFill>
                <a:latin typeface="Inter Light"/>
                <a:ea typeface="Inter Light"/>
                <a:cs typeface="Inter Light"/>
                <a:sym typeface="Inter Light"/>
              </a:rPr>
              <a:t>Manager Related Tasks</a:t>
            </a:r>
            <a:endParaRPr sz="2892" i="1">
              <a:solidFill>
                <a:schemeClr val="lt2"/>
              </a:solidFill>
              <a:latin typeface="Inter Light"/>
              <a:ea typeface="Inter Light"/>
              <a:cs typeface="Inter Light"/>
              <a:sym typeface="Inter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800"/>
              <a:t>At the end of the PIP manager logs in to the system</a:t>
            </a:r>
            <a:br>
              <a:rPr lang="en-US" sz="1800"/>
            </a:br>
            <a:r>
              <a:rPr lang="en-US" sz="1800"/>
              <a:t>My Team &gt; Performance</a:t>
            </a:r>
            <a:br>
              <a:rPr lang="en-US" sz="1800"/>
            </a:br>
            <a:r>
              <a:rPr lang="en-US" sz="1800"/>
              <a:t>Click on the three dot right next to the PIP document ‘Edit Submitted Evaluation’</a:t>
            </a:r>
            <a:endParaRPr/>
          </a:p>
        </p:txBody>
      </p:sp>
      <p:pic>
        <p:nvPicPr>
          <p:cNvPr id="175" name="Google Shape;175;p26"/>
          <p:cNvPicPr preferRelativeResize="0"/>
          <p:nvPr/>
        </p:nvPicPr>
        <p:blipFill rotWithShape="1">
          <a:blip r:embed="rId3">
            <a:alphaModFix/>
          </a:blip>
          <a:srcRect/>
          <a:stretch/>
        </p:blipFill>
        <p:spPr>
          <a:xfrm>
            <a:off x="378883" y="1070904"/>
            <a:ext cx="8344329" cy="2739096"/>
          </a:xfrm>
          <a:prstGeom prst="rect">
            <a:avLst/>
          </a:prstGeom>
          <a:noFill/>
          <a:ln>
            <a:noFill/>
          </a:ln>
        </p:spPr>
      </p:pic>
      <p:pic>
        <p:nvPicPr>
          <p:cNvPr id="176" name="Google Shape;176;p26"/>
          <p:cNvPicPr preferRelativeResize="0"/>
          <p:nvPr/>
        </p:nvPicPr>
        <p:blipFill rotWithShape="1">
          <a:blip r:embed="rId4">
            <a:alphaModFix/>
          </a:blip>
          <a:srcRect/>
          <a:stretch/>
        </p:blipFill>
        <p:spPr>
          <a:xfrm>
            <a:off x="378883" y="3918857"/>
            <a:ext cx="9652496" cy="230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7"/>
          <p:cNvSpPr txBox="1">
            <a:spLocks noGrp="1"/>
          </p:cNvSpPr>
          <p:nvPr>
            <p:ph type="title"/>
          </p:nvPr>
        </p:nvSpPr>
        <p:spPr>
          <a:xfrm>
            <a:off x="378883" y="139824"/>
            <a:ext cx="11228799" cy="1143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800"/>
              <a:t>Go the ‘Manager Recommendation and Comments and give final rating as Successful or Unsuccessful completion of PIP and final comments and click ‘Save and Close’</a:t>
            </a:r>
            <a:br>
              <a:rPr lang="en-US" sz="1800"/>
            </a:br>
            <a:r>
              <a:rPr lang="en-US" sz="1800"/>
              <a:t>Then click on ‘Submit’</a:t>
            </a:r>
            <a:endParaRPr/>
          </a:p>
        </p:txBody>
      </p:sp>
      <p:pic>
        <p:nvPicPr>
          <p:cNvPr id="182" name="Google Shape;182;p27"/>
          <p:cNvPicPr preferRelativeResize="0"/>
          <p:nvPr/>
        </p:nvPicPr>
        <p:blipFill rotWithShape="1">
          <a:blip r:embed="rId3">
            <a:alphaModFix/>
          </a:blip>
          <a:srcRect/>
          <a:stretch/>
        </p:blipFill>
        <p:spPr>
          <a:xfrm>
            <a:off x="252413" y="1283024"/>
            <a:ext cx="6921273" cy="4191215"/>
          </a:xfrm>
          <a:prstGeom prst="rect">
            <a:avLst/>
          </a:prstGeom>
          <a:noFill/>
          <a:ln>
            <a:noFill/>
          </a:ln>
        </p:spPr>
      </p:pic>
      <p:pic>
        <p:nvPicPr>
          <p:cNvPr id="183" name="Google Shape;183;p27"/>
          <p:cNvPicPr preferRelativeResize="0"/>
          <p:nvPr/>
        </p:nvPicPr>
        <p:blipFill rotWithShape="1">
          <a:blip r:embed="rId4">
            <a:alphaModFix/>
          </a:blip>
          <a:srcRect/>
          <a:stretch/>
        </p:blipFill>
        <p:spPr>
          <a:xfrm>
            <a:off x="7274956" y="1847769"/>
            <a:ext cx="4115011" cy="15812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8"/>
          <p:cNvSpPr txBox="1">
            <a:spLocks noGrp="1"/>
          </p:cNvSpPr>
          <p:nvPr>
            <p:ph type="title"/>
          </p:nvPr>
        </p:nvSpPr>
        <p:spPr>
          <a:xfrm>
            <a:off x="378883" y="139824"/>
            <a:ext cx="11228799" cy="60040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CE0B10"/>
              </a:buClr>
              <a:buSzPct val="100000"/>
              <a:buFont typeface="Tahoma"/>
              <a:buNone/>
            </a:pPr>
            <a:r>
              <a:rPr lang="en-US" sz="2000"/>
              <a:t>Again, Open the PIP document and click on ‘Share and Release’</a:t>
            </a:r>
            <a:br>
              <a:rPr lang="en-US" sz="2000"/>
            </a:br>
            <a:r>
              <a:rPr lang="en-US" sz="2000"/>
              <a:t>Click on ‘Submit’ to send for HR Approvals</a:t>
            </a:r>
            <a:endParaRPr/>
          </a:p>
        </p:txBody>
      </p:sp>
      <p:pic>
        <p:nvPicPr>
          <p:cNvPr id="189" name="Google Shape;189;p28"/>
          <p:cNvPicPr preferRelativeResize="0"/>
          <p:nvPr/>
        </p:nvPicPr>
        <p:blipFill rotWithShape="1">
          <a:blip r:embed="rId3">
            <a:alphaModFix/>
          </a:blip>
          <a:srcRect/>
          <a:stretch/>
        </p:blipFill>
        <p:spPr>
          <a:xfrm>
            <a:off x="378883" y="744589"/>
            <a:ext cx="8141118" cy="1759125"/>
          </a:xfrm>
          <a:prstGeom prst="rect">
            <a:avLst/>
          </a:prstGeom>
          <a:noFill/>
          <a:ln>
            <a:noFill/>
          </a:ln>
        </p:spPr>
      </p:pic>
      <p:pic>
        <p:nvPicPr>
          <p:cNvPr id="190" name="Google Shape;190;p28"/>
          <p:cNvPicPr preferRelativeResize="0"/>
          <p:nvPr/>
        </p:nvPicPr>
        <p:blipFill rotWithShape="1">
          <a:blip r:embed="rId4">
            <a:alphaModFix/>
          </a:blip>
          <a:srcRect/>
          <a:stretch/>
        </p:blipFill>
        <p:spPr>
          <a:xfrm>
            <a:off x="472884" y="2710542"/>
            <a:ext cx="7436232" cy="3481273"/>
          </a:xfrm>
          <a:prstGeom prst="rect">
            <a:avLst/>
          </a:prstGeom>
          <a:noFill/>
          <a:ln>
            <a:noFill/>
          </a:ln>
        </p:spPr>
      </p:pic>
      <p:pic>
        <p:nvPicPr>
          <p:cNvPr id="191" name="Google Shape;191;p28"/>
          <p:cNvPicPr preferRelativeResize="0"/>
          <p:nvPr/>
        </p:nvPicPr>
        <p:blipFill rotWithShape="1">
          <a:blip r:embed="rId5">
            <a:alphaModFix/>
          </a:blip>
          <a:srcRect/>
          <a:stretch/>
        </p:blipFill>
        <p:spPr>
          <a:xfrm>
            <a:off x="8142436" y="2710542"/>
            <a:ext cx="3048157" cy="1182482"/>
          </a:xfrm>
          <a:prstGeom prst="rect">
            <a:avLst/>
          </a:prstGeom>
          <a:noFill/>
          <a:ln>
            <a:noFill/>
          </a:ln>
        </p:spPr>
      </p:pic>
      <p:pic>
        <p:nvPicPr>
          <p:cNvPr id="192" name="Google Shape;192;p28"/>
          <p:cNvPicPr preferRelativeResize="0"/>
          <p:nvPr/>
        </p:nvPicPr>
        <p:blipFill rotWithShape="1">
          <a:blip r:embed="rId6">
            <a:alphaModFix/>
          </a:blip>
          <a:srcRect/>
          <a:stretch/>
        </p:blipFill>
        <p:spPr>
          <a:xfrm>
            <a:off x="8279269" y="3893024"/>
            <a:ext cx="3328413" cy="21718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29" descr="14H00493"/>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9" name="Google Shape;199;p29"/>
          <p:cNvSpPr/>
          <p:nvPr/>
        </p:nvSpPr>
        <p:spPr>
          <a:xfrm>
            <a:off x="1242557" y="3581403"/>
            <a:ext cx="7017588" cy="1246188"/>
          </a:xfrm>
          <a:custGeom>
            <a:avLst/>
            <a:gdLst/>
            <a:ahLst/>
            <a:cxnLst/>
            <a:rect l="l" t="t" r="r" b="b"/>
            <a:pathLst>
              <a:path w="4888" h="865" extrusionOk="0">
                <a:moveTo>
                  <a:pt x="4888" y="0"/>
                </a:moveTo>
                <a:lnTo>
                  <a:pt x="0" y="1"/>
                </a:lnTo>
                <a:lnTo>
                  <a:pt x="0" y="865"/>
                </a:lnTo>
                <a:lnTo>
                  <a:pt x="4718" y="865"/>
                </a:lnTo>
                <a:lnTo>
                  <a:pt x="4888" y="0"/>
                </a:lnTo>
                <a:close/>
              </a:path>
            </a:pathLst>
          </a:custGeom>
          <a:solidFill>
            <a:schemeClr val="dk1"/>
          </a:solidFill>
          <a:ln>
            <a:noFill/>
          </a:ln>
        </p:spPr>
        <p:txBody>
          <a:bodyPr spcFirstLastPara="1" wrap="square" lIns="90100" tIns="45050" rIns="90100" bIns="45050" anchor="t" anchorCtr="0">
            <a:noAutofit/>
          </a:bodyPr>
          <a:lstStyle/>
          <a:p>
            <a:pPr marL="0" marR="0" lvl="0" indent="0" algn="l" rtl="0">
              <a:spcBef>
                <a:spcPts val="0"/>
              </a:spcBef>
              <a:spcAft>
                <a:spcPts val="0"/>
              </a:spcAft>
              <a:buNone/>
            </a:pPr>
            <a:endParaRPr sz="1265">
              <a:solidFill>
                <a:schemeClr val="dk1"/>
              </a:solidFill>
              <a:latin typeface="Arial"/>
              <a:ea typeface="Arial"/>
              <a:cs typeface="Arial"/>
              <a:sym typeface="Arial"/>
            </a:endParaRPr>
          </a:p>
        </p:txBody>
      </p:sp>
      <p:sp>
        <p:nvSpPr>
          <p:cNvPr id="200" name="Google Shape;200;p29"/>
          <p:cNvSpPr txBox="1"/>
          <p:nvPr/>
        </p:nvSpPr>
        <p:spPr>
          <a:xfrm>
            <a:off x="1691807" y="3997327"/>
            <a:ext cx="4418136" cy="528637"/>
          </a:xfrm>
          <a:prstGeom prst="rect">
            <a:avLst/>
          </a:prstGeom>
          <a:noFill/>
          <a:ln>
            <a:noFill/>
          </a:ln>
        </p:spPr>
        <p:txBody>
          <a:bodyPr spcFirstLastPara="1" wrap="square" lIns="82750" tIns="41375" rIns="82750" bIns="41375" anchor="t" anchorCtr="0">
            <a:spAutoFit/>
          </a:bodyPr>
          <a:lstStyle/>
          <a:p>
            <a:pPr marL="0" marR="0" lvl="0" indent="0" algn="l" rtl="0">
              <a:spcBef>
                <a:spcPts val="0"/>
              </a:spcBef>
              <a:spcAft>
                <a:spcPts val="0"/>
              </a:spcAft>
              <a:buNone/>
            </a:pPr>
            <a:r>
              <a:rPr lang="en-US" sz="2892" b="1" i="1">
                <a:solidFill>
                  <a:schemeClr val="lt2"/>
                </a:solidFill>
                <a:latin typeface="Inter Light"/>
                <a:ea typeface="Inter Light"/>
                <a:cs typeface="Inter Light"/>
                <a:sym typeface="Inter Light"/>
              </a:rPr>
              <a:t>HR Approvals</a:t>
            </a:r>
            <a:endParaRPr sz="2892" i="1">
              <a:solidFill>
                <a:schemeClr val="lt2"/>
              </a:solidFill>
              <a:latin typeface="Inter Light"/>
              <a:ea typeface="Inter Light"/>
              <a:cs typeface="Inter Light"/>
              <a:sym typeface="Inter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a:spLocks noGrp="1"/>
          </p:cNvSpPr>
          <p:nvPr>
            <p:ph type="title"/>
          </p:nvPr>
        </p:nvSpPr>
        <p:spPr>
          <a:xfrm>
            <a:off x="378883" y="139824"/>
            <a:ext cx="11228799" cy="16127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2000"/>
              <a:buFont typeface="Tahoma"/>
              <a:buNone/>
            </a:pPr>
            <a:r>
              <a:rPr lang="en-US" sz="2000"/>
              <a:t>Approval by HR Spoc</a:t>
            </a:r>
            <a:br>
              <a:rPr lang="en-US" sz="2000"/>
            </a:br>
            <a:r>
              <a:rPr lang="en-US" sz="2000"/>
              <a:t>There are two ways to approve</a:t>
            </a:r>
            <a:br>
              <a:rPr lang="en-US" sz="2000"/>
            </a:br>
            <a:r>
              <a:rPr lang="en-US" sz="2000"/>
              <a:t>1. Approving directly from the notification as shown below</a:t>
            </a:r>
            <a:br>
              <a:rPr lang="en-US" sz="2000"/>
            </a:br>
            <a:r>
              <a:rPr lang="en-US" sz="2000"/>
              <a:t>2. By accessing the performance document from the notification (shown in the subsequent slides) and then approving the same</a:t>
            </a:r>
            <a:endParaRPr/>
          </a:p>
        </p:txBody>
      </p:sp>
      <p:pic>
        <p:nvPicPr>
          <p:cNvPr id="206" name="Google Shape;206;p30"/>
          <p:cNvPicPr preferRelativeResize="0"/>
          <p:nvPr/>
        </p:nvPicPr>
        <p:blipFill rotWithShape="1">
          <a:blip r:embed="rId3">
            <a:alphaModFix/>
          </a:blip>
          <a:srcRect/>
          <a:stretch/>
        </p:blipFill>
        <p:spPr>
          <a:xfrm>
            <a:off x="828428" y="1905937"/>
            <a:ext cx="9620744" cy="39639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1"/>
          <p:cNvSpPr txBox="1">
            <a:spLocks noGrp="1"/>
          </p:cNvSpPr>
          <p:nvPr>
            <p:ph type="title"/>
          </p:nvPr>
        </p:nvSpPr>
        <p:spPr>
          <a:xfrm>
            <a:off x="146320" y="-350033"/>
            <a:ext cx="11228799" cy="1143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E0B10"/>
              </a:buClr>
              <a:buSzPts val="1800"/>
              <a:buFont typeface="Tahoma"/>
              <a:buNone/>
            </a:pPr>
            <a:r>
              <a:rPr lang="en-US" sz="1800"/>
              <a:t>Accessing the performance document from the notification</a:t>
            </a:r>
            <a:endParaRPr/>
          </a:p>
        </p:txBody>
      </p:sp>
      <p:pic>
        <p:nvPicPr>
          <p:cNvPr id="212" name="Google Shape;212;p31"/>
          <p:cNvPicPr preferRelativeResize="0"/>
          <p:nvPr/>
        </p:nvPicPr>
        <p:blipFill rotWithShape="1">
          <a:blip r:embed="rId3">
            <a:alphaModFix/>
          </a:blip>
          <a:srcRect/>
          <a:stretch/>
        </p:blipFill>
        <p:spPr>
          <a:xfrm>
            <a:off x="146320" y="959209"/>
            <a:ext cx="3127038" cy="3676839"/>
          </a:xfrm>
          <a:prstGeom prst="rect">
            <a:avLst/>
          </a:prstGeom>
          <a:noFill/>
          <a:ln>
            <a:noFill/>
          </a:ln>
        </p:spPr>
      </p:pic>
      <p:pic>
        <p:nvPicPr>
          <p:cNvPr id="213" name="Google Shape;213;p31"/>
          <p:cNvPicPr preferRelativeResize="0"/>
          <p:nvPr/>
        </p:nvPicPr>
        <p:blipFill rotWithShape="1">
          <a:blip r:embed="rId4">
            <a:alphaModFix/>
          </a:blip>
          <a:srcRect/>
          <a:stretch/>
        </p:blipFill>
        <p:spPr>
          <a:xfrm>
            <a:off x="3582207" y="793167"/>
            <a:ext cx="3438627" cy="3924502"/>
          </a:xfrm>
          <a:prstGeom prst="rect">
            <a:avLst/>
          </a:prstGeom>
          <a:noFill/>
          <a:ln>
            <a:noFill/>
          </a:ln>
        </p:spPr>
      </p:pic>
      <p:pic>
        <p:nvPicPr>
          <p:cNvPr id="214" name="Google Shape;214;p31"/>
          <p:cNvPicPr preferRelativeResize="0"/>
          <p:nvPr/>
        </p:nvPicPr>
        <p:blipFill rotWithShape="1">
          <a:blip r:embed="rId5">
            <a:alphaModFix/>
          </a:blip>
          <a:srcRect/>
          <a:stretch/>
        </p:blipFill>
        <p:spPr>
          <a:xfrm>
            <a:off x="7329683" y="279723"/>
            <a:ext cx="4462691" cy="503580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2"/>
          <p:cNvSpPr txBox="1">
            <a:spLocks noGrp="1"/>
          </p:cNvSpPr>
          <p:nvPr>
            <p:ph type="ctrTitle"/>
          </p:nvPr>
        </p:nvSpPr>
        <p:spPr>
          <a:xfrm>
            <a:off x="2300613" y="2737715"/>
            <a:ext cx="7686399" cy="1358667"/>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FFFFFF"/>
              </a:buClr>
              <a:buSzPts val="5300"/>
              <a:buFont typeface="Arial"/>
              <a:buNone/>
            </a:pPr>
            <a:r>
              <a:rPr lang="en-US"/>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295</Words>
  <Application>Microsoft Office PowerPoint</Application>
  <PresentationFormat>Widescreen</PresentationFormat>
  <Paragraphs>23</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Tahoma</vt:lpstr>
      <vt:lpstr>Play</vt:lpstr>
      <vt:lpstr>Calibri</vt:lpstr>
      <vt:lpstr>Aptos</vt:lpstr>
      <vt:lpstr>Arial</vt:lpstr>
      <vt:lpstr>Inter Light</vt:lpstr>
      <vt:lpstr>Office Theme</vt:lpstr>
      <vt:lpstr>PowerPoint Presentation</vt:lpstr>
      <vt:lpstr>PowerPoint Presentation</vt:lpstr>
      <vt:lpstr>PIP Initiation Tata Play Universe &gt; My Team &gt; Performance </vt:lpstr>
      <vt:lpstr>Select the PIP Document </vt:lpstr>
      <vt:lpstr>Open the PIP Questionnaire section and provide targets for the employee in the questionnaire. Click ‘Save and Close’</vt:lpstr>
      <vt:lpstr>Open the ‘Manager Recommendation and Comments’ and put rating as ‘To be Reviewed’ and click ‘Save and Close’ and the ‘Submit’</vt:lpstr>
      <vt:lpstr>Again, open the PIP document and click ‘Share and Retain’ to share the targets with the employee.</vt:lpstr>
      <vt:lpstr>PowerPoint Presentation</vt:lpstr>
      <vt:lpstr>Login into the system Go to Me &gt; Career and Performance &gt; Performance</vt:lpstr>
      <vt:lpstr>Open the PIP document. Go to the Performance Improvement Plan section to see the targets set by the manager.</vt:lpstr>
      <vt:lpstr>PowerPoint Presentation</vt:lpstr>
      <vt:lpstr>At the end of the PIP manager logs in to the system My Team &gt; Performance Click on the three dot right next to the PIP document ‘Edit Submitted Evaluation’</vt:lpstr>
      <vt:lpstr>Go the ‘Manager Recommendation and Comments and give final rating as Successful or Unsuccessful completion of PIP and final comments and click ‘Save and Close’ Then click on ‘Submit’</vt:lpstr>
      <vt:lpstr>Again, Open the PIP document and click on ‘Share and Release’ Click on ‘Submit’ to send for HR Approvals</vt:lpstr>
      <vt:lpstr>PowerPoint Presentation</vt:lpstr>
      <vt:lpstr>Approval by HR Spoc There are two ways to approve 1. Approving directly from the notification as shown below 2. By accessing the performance document from the notification (shown in the subsequent slides) and then approving the same</vt:lpstr>
      <vt:lpstr>Accessing the performance document from the notification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Shayanta Chaudhuri/HR/MUM CORP/MH</cp:lastModifiedBy>
  <cp:revision>6</cp:revision>
  <dcterms:modified xsi:type="dcterms:W3CDTF">2025-11-06T12:20:33Z</dcterms:modified>
</cp:coreProperties>
</file>